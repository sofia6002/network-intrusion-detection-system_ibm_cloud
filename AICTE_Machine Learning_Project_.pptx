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83" r:id="rId2"/>
    <p:sldId id="257" r:id="rId3"/>
    <p:sldId id="282" r:id="rId4"/>
    <p:sldId id="285" r:id="rId5"/>
    <p:sldId id="278" r:id="rId6"/>
    <p:sldId id="279" r:id="rId7"/>
    <p:sldId id="292" r:id="rId8"/>
    <p:sldId id="262" r:id="rId9"/>
    <p:sldId id="290" r:id="rId10"/>
    <p:sldId id="291" r:id="rId11"/>
    <p:sldId id="286" r:id="rId12"/>
    <p:sldId id="287" r:id="rId13"/>
    <p:sldId id="280" r:id="rId14"/>
    <p:sldId id="288" r:id="rId15"/>
    <p:sldId id="293" r:id="rId16"/>
    <p:sldId id="294" r:id="rId17"/>
    <p:sldId id="295" r:id="rId18"/>
    <p:sldId id="296" r:id="rId19"/>
    <p:sldId id="289"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55" autoAdjust="0"/>
    <p:restoredTop sz="94660"/>
  </p:normalViewPr>
  <p:slideViewPr>
    <p:cSldViewPr snapToGrid="0">
      <p:cViewPr varScale="1">
        <p:scale>
          <a:sx n="75" d="100"/>
          <a:sy n="75" d="100"/>
        </p:scale>
        <p:origin x="122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0"/>
    </inkml:context>
    <inkml:brush xml:id="br0">
      <inkml:brushProperty name="width" value="0.1" units="cm"/>
      <inkml:brushProperty name="height" value="0.1" units="cm"/>
      <inkml:brushProperty name="color" value="#E71224"/>
    </inkml:brush>
  </inkml:definitions>
  <inkml:trace contextRef="#ctx0" brushRef="#br0">8444 7648 16383 0 0,'10'0'0'0'0,"19"0"0"0"0,19 0 0 0 0,17 0 0 0 0,13 0 0 0 0,8 0 0 0 0,9 0 0 0 0,0 0 0 0 0,-7 0 0 0 0,-9 0 0 0 0,-6 0 0 0 0,-7 0 0 0 0,-3 0 0 0 0,-9 0 0 0 0,-7 0 0 0 0,-2 0 0 0 0,-4 0 0 0 0,-3 0 0 0 0,-3 0 0 0 0,-3 0 0 0 0,-2 0 0 0 0,0 0 0 0 0,-1 0 0 0 0,0 0 0 0 0,0 0 0 0 0,1 0 0 0 0,4 0 0 0 0,8 0 0 0 0,11 0 0 0 0,7 0 0 0 0,8 0 0 0 0,13 0 0 0 0,8 0 0 0 0,10 0 0 0 0,17 0 0 0 0,10 0 0 0 0,-1 0 0 0 0,-2 0 0 0 0,-7 0 0 0 0,-2 0 0 0 0,-6 0 0 0 0,-6 0 0 0 0,-5 0 0 0 0,-14 0 0 0 0,-6 0 0 0 0,-5 0 0 0 0,-1 0 0 0 0,3 0 0 0 0,5 0 0 0 0,9 0 0 0 0,9 0 0 0 0,9 0 0 0 0,22 0 0 0 0,14 0 0 0 0,9 0 0 0 0,-1 0 0 0 0,-2 0 0 0 0,-4 0 0 0 0,-7 0 0 0 0,-7 0 0 0 0,-5 0 0 0 0,-3 0 0 0 0,-3 0 0 0 0,-5 0 0 0 0,-8 0 0 0 0,-6 0 0 0 0,-6 0 0 0 0,3 0 0 0 0,-1 0 0 0 0,-1 0 0 0 0,-2 0 0 0 0,-1 0 0 0 0,-7 0 0 0 0,4 0 0 0 0,0 0 0 0 0,2 0 0 0 0,-1 0 0 0 0,1 0 0 0 0,-6 0 0 0 0,-7 0 0 0 0,4 0 0 0 0,-7 0 0 0 0,-12 0 0 0 0,-11 0 0 0 0,-9 0 0 0 0,-7 0 0 0 0,-5 0 0 0 0,-2 0 0 0 0,-1 0 0 0 0,-1 0 0 0 0,1 0 0 0 0,0 0 0 0 0,1 0 0 0 0,11 0 0 0 0,3 0 0 0 0,4 0 0 0 0,10 0 0 0 0,11 0 0 0 0,8 0 0 0 0,7 0 0 0 0,14 0 0 0 0,7 0 0 0 0,0 0 0 0 0,-3 0 0 0 0,-12 0 0 0 0,-12 0 0 0 0,-9 0 0 0 0,-6 0 0 0 0,-8 0 0 0 0,-3 0 0 0 0,-6 0 0 0 0,-4 0 0 0 0,-5 0 0 0 0,-4 0 0 0 0,-1 0 0 0 0,-2 0 0 0 0,0 0 0 0 0,0 0 0 0 0,0 0 0 0 0,0 0 0 0 0,5 0 0 0 0,12 0 0 0 0,4 0 0 0 0,-2 0 0 0 0,-4 0 0 0 0,-5 0 0 0 0,-3 0 0 0 0,-3 0 0 0 0,-2 0 0 0 0,-2 0 0 0 0,0 0 0 0 0,0 0 0 0 0,0 0 0 0 0,0 0 0 0 0,1 0 0 0 0,4 0 0 0 0,3 0 0 0 0,-6 0 0 0 0,-3 0 0 0 0,-1 0 0 0 0,-5 0 0 0 0,-1 0 0 0 0,1 0 0 0 0,1 0 0 0 0,2 0 0 0 0,3 0 0 0 0,-10 0 0 0 0,-12 0 0 0 0,-13 0 0 0 0,-9 0 0 0 0,-8 0 0 0 0,-5 0 0 0 0,-2 0 0 0 0,-6 0 0 0 0,-3 0 0 0 0,2 0 0 0 0,2 0 0 0 0,1 0 0 0 0,2 0 0 0 0,-3 0 0 0 0,-6 0 0 0 0,-11 0 0 0 0,-7 0 0 0 0,-18 0 0 0 0,-16 0 0 0 0,-13 0 0 0 0,-8 0 0 0 0,-10 0 0 0 0,-24 0 0 0 0,-18 0 0 0 0,-5 0 0 0 0,-14 0 0 0 0,-1 0 0 0 0,1 0 0 0 0,12 0 0 0 0,0 0 0 0 0,-1 0 0 0 0,-1 0 0 0 0,-1 0 0 0 0,-6 0 0 0 0,3 0 0 0 0,-8 0 0 0 0,-4 0 0 0 0,-3 0 0 0 0,0 0 0 0 0,3 0 0 0 0,14 0 0 0 0,2 0 0 0 0,11 0 0 0 0,2 0 0 0 0,19 0 0 0 0,4 0 0 0 0,0 0 0 0 0,14 0 0 0 0,13 0 0 0 0,6 0 0 0 0,5 0 0 0 0,-5 0 0 0 0,-4 0 0 0 0,-5 0 0 0 0,4 0 0 0 0,-1 0 0 0 0,0 0 0 0 0,-2 0 0 0 0,3 0 0 0 0,6 0 0 0 0,6 0 0 0 0,4 0 0 0 0,-1 0 0 0 0,0 0 0 0 0,2 0 0 0 0,1 0 0 0 0,2 0 0 0 0,1 0 0 0 0,-4 0 0 0 0,-1 0 0 0 0,11 0 0 0 0,9 0 0 0 0,8 0 0 0 0,5 0 0 0 0,3 0 0 0 0,2 0 0 0 0,6 0 0 0 0,11 0 0 0 0,3 0 0 0 0,3 0 0 0 0,1 0 0 0 0,3 0 0 0 0,6 0 0 0 0,2 0 0 0 0,0 0 0 0 0,4 0 0 0 0,0 0 0 0 0,-1 0 0 0 0,-4 0 0 0 0,-1 0 0 0 0,-3 0 0 0 0,0 0 0 0 0,-2 0 0 0 0,-5 0 0 0 0,-7 0 0 0 0,3 0 0 0 0,4 0 0 0 0,3 0 0 0 0,1 0 0 0 0,6 0 0 0 0,3 0 0 0 0,-1 0 0 0 0,-1 0 0 0 0,-1 0 0 0 0,2 0 0 0 0,2 0 0 0 0,-2 0 0 0 0,4 0 0 0 0,-1 0 0 0 0,4 0 0 0 0,-1 0 0 0 0,-3 0 0 0 0,3 0 0 0 0,-2 0 0 0 0,-7 0 0 0 0,1 0 0 0 0,-1 0 0 0 0,-1 0 0 0 0,0 0 0 0 0,-2 0 0 0 0,0 0 0 0 0,-1 0 0 0 0,1 0 0 0 0,-1 0 0 0 0,0 0 0 0 0,0 0 0 0 0,0 0 0 0 0,5 0 0 0 0,7 0 0 0 0,1 0 0 0 0,-1 0 0 0 0,-3 0 0 0 0,-8 0 0 0 0,6 0 0 0 0,12 0 0 0 0,13 0 0 0 0,11 0 0 0 0,9 0 0 0 0,5 0 0 0 0,4 0 0 0 0,1 0 0 0 0,0 0 0 0 0,0 0 0 0 0,-11 0 0 0 0,-13 0 0 0 0,-14 0 0 0 0,-11 0 0 0 0,-7 0 0 0 0,-5 0 0 0 0,3 0 0 0 0,10 0 0 0 0,14 0 0 0 0,11 0 0 0 0,10 0 0 0 0,7 0 0 0 0,3 0 0 0 0,8 0 0 0 0,7 0 0 0 0,2 0 0 0 0,17 0 0 0 0,10 0 0 0 0,6 0 0 0 0,11 0 0 0 0,9 0 0 0 0,10 0 0 0 0,5 0 0 0 0,4 0 0 0 0,-2 0 0 0 0,-7 0 0 0 0,-6 0 0 0 0,0 0 0 0 0,-8 0 0 0 0,-5 0 0 0 0,-7 0 0 0 0,-13 0 0 0 0,-13 0 0 0 0,-7 0 0 0 0,-6 0 0 0 0,0 0 0 0 0,12 0 0 0 0,12 0 0 0 0,9 0 0 0 0,8 0 0 0 0,8 0 0 0 0,5 0 0 0 0,16 0 0 0 0,8 0 0 0 0,-1 0 0 0 0,-6 0 0 0 0,-2 0 0 0 0,0 0 0 0 0,-4 0 0 0 0,-6 0 0 0 0,1 0 0 0 0,-3 0 0 0 0,-8 0 0 0 0,5 0 0 0 0,7 0 0 0 0,0 0 0 0 0,-7 0 0 0 0,-1 0 0 0 0,-1 0 0 0 0,4 0 0 0 0,9 0 0 0 0,2 0 0 0 0,-7 0 0 0 0,-8 0 0 0 0,-3 0 0 0 0,2 0 0 0 0,0 0 0 0 0,-1 0 0 0 0,-6 0 0 0 0,-3 0 0 0 0,-6 0 0 0 0,-6 0 0 0 0,0 0 0 0 0,-8 0 0 0 0,1 0 0 0 0,-1 0 0 0 0,-2 0 0 0 0,4 0 0 0 0,6 0 0 0 0,-4 0 0 0 0,16 0 0 0 0,4 0 0 0 0,2 0 0 0 0,0 0 0 0 0,1 0 0 0 0,-1 0 0 0 0,10 0 0 0 0,8 0 0 0 0,6 0 0 0 0,-2 0 0 0 0,-5 0 0 0 0,-5 0 0 0 0,-5 0 0 0 0,-4 0 0 0 0,-13 0 0 0 0,-15 0 0 0 0,-9 0 0 0 0,-9 0 0 0 0,-7 0 0 0 0,-6 0 0 0 0,-4 0 0 0 0,3 0 0 0 0,1 0 0 0 0,5 0 0 0 0,10 0 0 0 0,7 0 0 0 0,4 0 0 0 0,-3 0 0 0 0,4 0 0 0 0,1 0 0 0 0,0 0 0 0 0,-6 0 0 0 0,4 0 0 0 0,-5 0 0 0 0,-6 0 0 0 0,-7 0 0 0 0,-5 0 0 0 0,-5 0 0 0 0,-2 0 0 0 0,-1 0 0 0 0,-2 0 0 0 0,-4 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1"/>
    </inkml:context>
    <inkml:brush xml:id="br0">
      <inkml:brushProperty name="width" value="0.1" units="cm"/>
      <inkml:brushProperty name="height" value="0.1" units="cm"/>
      <inkml:brushProperty name="color" value="#E71224"/>
    </inkml:brush>
  </inkml:definitions>
  <inkml:trace contextRef="#ctx0" brushRef="#br0">12735 6943 16383 0 0,'91'0'0'0'0,"137"0"0"0"0,85 0 0 0 0,45 0 0 0 0,-7 0 0 0 0,-44 0 0 0 0,-64 0 0 0 0,-62 0 0 0 0,-53 0 0 0 0,-43 0 0 0 0,-25 0 0 0 0,-23 0 0 0 0,-3 0 0 0 0,8 0 0 0 0,12 0 0 0 0,13 0 0 0 0,19 0 0 0 0,16 0 0 0 0,6 0 0 0 0,4 0 0 0 0,-1 0 0 0 0,-4 0 0 0 0,10 0 0 0 0,0 0 0 0 0,0 0 0 0 0,-4 0 0 0 0,-6 0 0 0 0,-1 0 0 0 0,-14 0 0 0 0,-11 0 0 0 0,-6 0 0 0 0,-9 0 0 0 0,-7 0 0 0 0,-8 0 0 0 0,-2 0 0 0 0,-5 0 0 0 0,-4 0 0 0 0,-5 0 0 0 0,3 0 0 0 0,-1 0 0 0 0,-21 0 0 0 0,-34 0 0 0 0,-50 0 0 0 0,-73 0 0 0 0,-59 0 0 0 0,-51 0 0 0 0,-39 0 0 0 0,-35 0 0 0 0,-29 0 0 0 0,-15 0 0 0 0,-1 0 0 0 0,18 0 0 0 0,27 0 0 0 0,34 0 0 0 0,26 0 0 0 0,38 0 0 0 0,41 0 0 0 0,33 0 0 0 0,28 0 0 0 0,13 0 0 0 0,22 0 0 0 0,11 0 0 0 0,13 0 0 0 0,13 0 0 0 0,11 0 0 0 0,7 0 0 0 0,5 0 0 0 0,2 0 0 0 0,1 0 0 0 0,-1 0 0 0 0,1 0 0 0 0,-2 0 0 0 0,1 0 0 0 0,-2 0 0 0 0,11 0 0 0 0,13 0 0 0 0,33 0 0 0 0,37 0 0 0 0,38 0 0 0 0,53 0 0 0 0,35 0 0 0 0,26 0 0 0 0,22 0 0 0 0,10 0 0 0 0,0 0 0 0 0,-13 0 0 0 0,-15 0 0 0 0,-26 0 0 0 0,-24 0 0 0 0,-32 0 0 0 0,-29 0 0 0 0,-28 0 0 0 0,-23 0 0 0 0,-10 0 0 0 0,-10 0 0 0 0,-20 0 0 0 0,-24 0 0 0 0,-31 0 0 0 0,-45 0 0 0 0,-43 0 0 0 0,-62 0 0 0 0,-50 0 0 0 0,-40 0 0 0 0,-29 0 0 0 0,-8 0 0 0 0,-6 0 0 0 0,5 0 0 0 0,16 0 0 0 0,24 0 0 0 0,27 0 0 0 0,36 0 0 0 0,24 0 0 0 0,39 0 0 0 0,34 0 0 0 0,27 0 0 0 0,23 0 0 0 0,17 0 0 0 0,23 0 0 0 0,25 0 0 0 0,33 0 0 0 0,56 0 0 0 0,49 0 0 0 0,27 0 0 0 0,24 0 0 0 0,17 0 0 0 0,4 0 0 0 0,1 0 0 0 0,-5 0 0 0 0,-17 0 0 0 0,-15 0 0 0 0,-7 0 0 0 0,-12 0 0 0 0,-16 0 0 0 0,-18 0 0 0 0,-13 0 0 0 0,-15 0 0 0 0,-19 0 0 0 0,-16 0 0 0 0,-4 0 0 0 0,-4 0 0 0 0,-18 0 0 0 0,-28 0 0 0 0,-35 0 0 0 0,-34 0 0 0 0,-34 0 0 0 0,-48 0 0 0 0,-33 0 0 0 0,-43 0 0 0 0,-58 0 0 0 0,-43 0 0 0 0,-32 0 0 0 0,-12 0 0 0 0,2 0 0 0 0,22 0 0 0 0,44 0 0 0 0,53 0 0 0 0,38 0 0 0 0,45 0 0 0 0,44 0 0 0 0,33 0 0 0 0,27 0 0 0 0,17 0 0 0 0,12 0 0 0 0,6 0 0 0 0,2 0 0 0 0,-1 0 0 0 0,0 0 0 0 0,-7 0 0 0 0,-3 0 0 0 0,-6 0 0 0 0,-6 0 0 0 0,-6 0 0 0 0,7 0 0 0 0,0 0 0 0 0,-2 0 0 0 0,2 0 0 0 0,3 0 0 0 0,4 0 0 0 0,3 0 0 0 0,8 0 0 0 0,3 0 0 0 0,-4 0 0 0 0,-8 0 0 0 0,-2 0 0 0 0,-1 0 0 0 0,-3 0 0 0 0,1 0 0 0 0,6 0 0 0 0,5 0 0 0 0,2 0 0 0 0,1 0 0 0 0,0 0 0 0 0,5 0 0 0 0,0 0 0 0 0,0 0 0 0 0,3 0 0 0 0,10 0 0 0 0,21 0 0 0 0,25 0 0 0 0,31 0 0 0 0,49 0 0 0 0,46 0 0 0 0,40 0 0 0 0,32 0 0 0 0,21 0 0 0 0,3 0 0 0 0,3 0 0 0 0,-3 0 0 0 0,-20 0 0 0 0,-20 0 0 0 0,-17 0 0 0 0,-22 0 0 0 0,-22 0 0 0 0,-18 0 0 0 0,-16 0 0 0 0,-21 0 0 0 0,-11 0 0 0 0,-12 0 0 0 0,-9 0 0 0 0,-12 0 0 0 0,-11 0 0 0 0,-8 0 0 0 0,-6 0 0 0 0,-4 0 0 0 0,9 0 0 0 0,7 0 0 0 0,6 0 0 0 0,10 0 0 0 0,14 0 0 0 0,10 0 0 0 0,20 0 0 0 0,3 0 0 0 0,7 0 0 0 0,5 0 0 0 0,-8 0 0 0 0,-3 0 0 0 0,5 0 0 0 0,-7 0 0 0 0,-11 0 0 0 0,-13 0 0 0 0,-10 0 0 0 0,-12 0 0 0 0,-12 0 0 0 0,-5 0 0 0 0,-4 0 0 0 0,1 0 0 0 0,3 0 0 0 0,4 0 0 0 0,-1 0 0 0 0,2 0 0 0 0,-4 0 0 0 0,-3 0 0 0 0,-5 0 0 0 0,2 0 0 0 0,4 0 0 0 0,-1 0 0 0 0,4 0 0 0 0,2 0 0 0 0,4 0 0 0 0,-2 0 0 0 0,1 0 0 0 0,1 0 0 0 0,-4 0 0 0 0,1 0 0 0 0,-3 0 0 0 0,-5 0 0 0 0,0 0 0 0 0,-1 0 0 0 0,-3 0 0 0 0,-2 0 0 0 0,-3 0 0 0 0,-2 0 0 0 0,-1 0 0 0 0,-5 0 0 0 0,-8 0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0"/>
    </inkml:context>
    <inkml:brush xml:id="br0">
      <inkml:brushProperty name="width" value="0.1" units="cm"/>
      <inkml:brushProperty name="height" value="0.1" units="cm"/>
      <inkml:brushProperty name="color" value="#E71224"/>
    </inkml:brush>
  </inkml:definitions>
  <inkml:trace contextRef="#ctx0" brushRef="#br0">8444 7648 16383 0 0,'10'0'0'0'0,"19"0"0"0"0,19 0 0 0 0,17 0 0 0 0,13 0 0 0 0,8 0 0 0 0,9 0 0 0 0,0 0 0 0 0,-7 0 0 0 0,-9 0 0 0 0,-6 0 0 0 0,-7 0 0 0 0,-3 0 0 0 0,-9 0 0 0 0,-7 0 0 0 0,-2 0 0 0 0,-4 0 0 0 0,-3 0 0 0 0,-3 0 0 0 0,-3 0 0 0 0,-2 0 0 0 0,0 0 0 0 0,-1 0 0 0 0,0 0 0 0 0,0 0 0 0 0,1 0 0 0 0,4 0 0 0 0,8 0 0 0 0,11 0 0 0 0,7 0 0 0 0,8 0 0 0 0,13 0 0 0 0,8 0 0 0 0,10 0 0 0 0,17 0 0 0 0,10 0 0 0 0,-1 0 0 0 0,-2 0 0 0 0,-7 0 0 0 0,-2 0 0 0 0,-6 0 0 0 0,-6 0 0 0 0,-5 0 0 0 0,-14 0 0 0 0,-6 0 0 0 0,-5 0 0 0 0,-1 0 0 0 0,3 0 0 0 0,5 0 0 0 0,9 0 0 0 0,9 0 0 0 0,9 0 0 0 0,22 0 0 0 0,14 0 0 0 0,9 0 0 0 0,-1 0 0 0 0,-2 0 0 0 0,-4 0 0 0 0,-7 0 0 0 0,-7 0 0 0 0,-5 0 0 0 0,-3 0 0 0 0,-3 0 0 0 0,-5 0 0 0 0,-8 0 0 0 0,-6 0 0 0 0,-6 0 0 0 0,3 0 0 0 0,-1 0 0 0 0,-1 0 0 0 0,-2 0 0 0 0,-1 0 0 0 0,-7 0 0 0 0,4 0 0 0 0,0 0 0 0 0,2 0 0 0 0,-1 0 0 0 0,1 0 0 0 0,-6 0 0 0 0,-7 0 0 0 0,4 0 0 0 0,-7 0 0 0 0,-12 0 0 0 0,-11 0 0 0 0,-9 0 0 0 0,-7 0 0 0 0,-5 0 0 0 0,-2 0 0 0 0,-1 0 0 0 0,-1 0 0 0 0,1 0 0 0 0,0 0 0 0 0,1 0 0 0 0,11 0 0 0 0,3 0 0 0 0,4 0 0 0 0,10 0 0 0 0,11 0 0 0 0,8 0 0 0 0,7 0 0 0 0,14 0 0 0 0,7 0 0 0 0,0 0 0 0 0,-3 0 0 0 0,-12 0 0 0 0,-12 0 0 0 0,-9 0 0 0 0,-6 0 0 0 0,-8 0 0 0 0,-3 0 0 0 0,-6 0 0 0 0,-4 0 0 0 0,-5 0 0 0 0,-4 0 0 0 0,-1 0 0 0 0,-2 0 0 0 0,0 0 0 0 0,0 0 0 0 0,0 0 0 0 0,0 0 0 0 0,5 0 0 0 0,12 0 0 0 0,4 0 0 0 0,-2 0 0 0 0,-4 0 0 0 0,-5 0 0 0 0,-3 0 0 0 0,-3 0 0 0 0,-2 0 0 0 0,-2 0 0 0 0,0 0 0 0 0,0 0 0 0 0,0 0 0 0 0,0 0 0 0 0,1 0 0 0 0,4 0 0 0 0,3 0 0 0 0,-6 0 0 0 0,-3 0 0 0 0,-1 0 0 0 0,-5 0 0 0 0,-1 0 0 0 0,1 0 0 0 0,1 0 0 0 0,2 0 0 0 0,3 0 0 0 0,-10 0 0 0 0,-12 0 0 0 0,-13 0 0 0 0,-9 0 0 0 0,-8 0 0 0 0,-5 0 0 0 0,-2 0 0 0 0,-6 0 0 0 0,-3 0 0 0 0,2 0 0 0 0,2 0 0 0 0,1 0 0 0 0,2 0 0 0 0,-3 0 0 0 0,-6 0 0 0 0,-11 0 0 0 0,-7 0 0 0 0,-18 0 0 0 0,-16 0 0 0 0,-13 0 0 0 0,-8 0 0 0 0,-10 0 0 0 0,-24 0 0 0 0,-18 0 0 0 0,-5 0 0 0 0,-14 0 0 0 0,-1 0 0 0 0,1 0 0 0 0,12 0 0 0 0,0 0 0 0 0,-1 0 0 0 0,-1 0 0 0 0,-1 0 0 0 0,-6 0 0 0 0,3 0 0 0 0,-8 0 0 0 0,-4 0 0 0 0,-3 0 0 0 0,0 0 0 0 0,3 0 0 0 0,14 0 0 0 0,2 0 0 0 0,11 0 0 0 0,2 0 0 0 0,19 0 0 0 0,4 0 0 0 0,0 0 0 0 0,14 0 0 0 0,13 0 0 0 0,6 0 0 0 0,5 0 0 0 0,-5 0 0 0 0,-4 0 0 0 0,-5 0 0 0 0,4 0 0 0 0,-1 0 0 0 0,0 0 0 0 0,-2 0 0 0 0,3 0 0 0 0,6 0 0 0 0,6 0 0 0 0,4 0 0 0 0,-1 0 0 0 0,0 0 0 0 0,2 0 0 0 0,1 0 0 0 0,2 0 0 0 0,1 0 0 0 0,-4 0 0 0 0,-1 0 0 0 0,11 0 0 0 0,9 0 0 0 0,8 0 0 0 0,5 0 0 0 0,3 0 0 0 0,2 0 0 0 0,6 0 0 0 0,11 0 0 0 0,3 0 0 0 0,3 0 0 0 0,1 0 0 0 0,3 0 0 0 0,6 0 0 0 0,2 0 0 0 0,0 0 0 0 0,4 0 0 0 0,0 0 0 0 0,-1 0 0 0 0,-4 0 0 0 0,-1 0 0 0 0,-3 0 0 0 0,0 0 0 0 0,-2 0 0 0 0,-5 0 0 0 0,-7 0 0 0 0,3 0 0 0 0,4 0 0 0 0,3 0 0 0 0,1 0 0 0 0,6 0 0 0 0,3 0 0 0 0,-1 0 0 0 0,-1 0 0 0 0,-1 0 0 0 0,2 0 0 0 0,2 0 0 0 0,-2 0 0 0 0,4 0 0 0 0,-1 0 0 0 0,4 0 0 0 0,-1 0 0 0 0,-3 0 0 0 0,3 0 0 0 0,-2 0 0 0 0,-7 0 0 0 0,1 0 0 0 0,-1 0 0 0 0,-1 0 0 0 0,0 0 0 0 0,-2 0 0 0 0,0 0 0 0 0,-1 0 0 0 0,1 0 0 0 0,-1 0 0 0 0,0 0 0 0 0,0 0 0 0 0,0 0 0 0 0,5 0 0 0 0,7 0 0 0 0,1 0 0 0 0,-1 0 0 0 0,-3 0 0 0 0,-8 0 0 0 0,6 0 0 0 0,12 0 0 0 0,13 0 0 0 0,11 0 0 0 0,9 0 0 0 0,5 0 0 0 0,4 0 0 0 0,1 0 0 0 0,0 0 0 0 0,0 0 0 0 0,-11 0 0 0 0,-13 0 0 0 0,-14 0 0 0 0,-11 0 0 0 0,-7 0 0 0 0,-5 0 0 0 0,3 0 0 0 0,10 0 0 0 0,14 0 0 0 0,11 0 0 0 0,10 0 0 0 0,7 0 0 0 0,3 0 0 0 0,8 0 0 0 0,7 0 0 0 0,2 0 0 0 0,17 0 0 0 0,10 0 0 0 0,6 0 0 0 0,11 0 0 0 0,9 0 0 0 0,10 0 0 0 0,5 0 0 0 0,4 0 0 0 0,-2 0 0 0 0,-7 0 0 0 0,-6 0 0 0 0,0 0 0 0 0,-8 0 0 0 0,-5 0 0 0 0,-7 0 0 0 0,-13 0 0 0 0,-13 0 0 0 0,-7 0 0 0 0,-6 0 0 0 0,0 0 0 0 0,12 0 0 0 0,12 0 0 0 0,9 0 0 0 0,8 0 0 0 0,8 0 0 0 0,5 0 0 0 0,16 0 0 0 0,8 0 0 0 0,-1 0 0 0 0,-6 0 0 0 0,-2 0 0 0 0,0 0 0 0 0,-4 0 0 0 0,-6 0 0 0 0,1 0 0 0 0,-3 0 0 0 0,-8 0 0 0 0,5 0 0 0 0,7 0 0 0 0,0 0 0 0 0,-7 0 0 0 0,-1 0 0 0 0,-1 0 0 0 0,4 0 0 0 0,9 0 0 0 0,2 0 0 0 0,-7 0 0 0 0,-8 0 0 0 0,-3 0 0 0 0,2 0 0 0 0,0 0 0 0 0,-1 0 0 0 0,-6 0 0 0 0,-3 0 0 0 0,-6 0 0 0 0,-6 0 0 0 0,0 0 0 0 0,-8 0 0 0 0,1 0 0 0 0,-1 0 0 0 0,-2 0 0 0 0,4 0 0 0 0,6 0 0 0 0,-4 0 0 0 0,16 0 0 0 0,4 0 0 0 0,2 0 0 0 0,0 0 0 0 0,1 0 0 0 0,-1 0 0 0 0,10 0 0 0 0,8 0 0 0 0,6 0 0 0 0,-2 0 0 0 0,-5 0 0 0 0,-5 0 0 0 0,-5 0 0 0 0,-4 0 0 0 0,-13 0 0 0 0,-15 0 0 0 0,-9 0 0 0 0,-9 0 0 0 0,-7 0 0 0 0,-6 0 0 0 0,-4 0 0 0 0,3 0 0 0 0,1 0 0 0 0,5 0 0 0 0,10 0 0 0 0,7 0 0 0 0,4 0 0 0 0,-3 0 0 0 0,4 0 0 0 0,1 0 0 0 0,0 0 0 0 0,-6 0 0 0 0,4 0 0 0 0,-5 0 0 0 0,-6 0 0 0 0,-7 0 0 0 0,-5 0 0 0 0,-5 0 0 0 0,-2 0 0 0 0,-1 0 0 0 0,-2 0 0 0 0,-4 0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1"/>
    </inkml:context>
    <inkml:brush xml:id="br0">
      <inkml:brushProperty name="width" value="0.1" units="cm"/>
      <inkml:brushProperty name="height" value="0.1" units="cm"/>
      <inkml:brushProperty name="color" value="#E71224"/>
    </inkml:brush>
  </inkml:definitions>
  <inkml:trace contextRef="#ctx0" brushRef="#br0">12735 6943 16383 0 0,'91'0'0'0'0,"137"0"0"0"0,85 0 0 0 0,45 0 0 0 0,-7 0 0 0 0,-44 0 0 0 0,-64 0 0 0 0,-62 0 0 0 0,-53 0 0 0 0,-43 0 0 0 0,-25 0 0 0 0,-23 0 0 0 0,-3 0 0 0 0,8 0 0 0 0,12 0 0 0 0,13 0 0 0 0,19 0 0 0 0,16 0 0 0 0,6 0 0 0 0,4 0 0 0 0,-1 0 0 0 0,-4 0 0 0 0,10 0 0 0 0,0 0 0 0 0,0 0 0 0 0,-4 0 0 0 0,-6 0 0 0 0,-1 0 0 0 0,-14 0 0 0 0,-11 0 0 0 0,-6 0 0 0 0,-9 0 0 0 0,-7 0 0 0 0,-8 0 0 0 0,-2 0 0 0 0,-5 0 0 0 0,-4 0 0 0 0,-5 0 0 0 0,3 0 0 0 0,-1 0 0 0 0,-21 0 0 0 0,-34 0 0 0 0,-50 0 0 0 0,-73 0 0 0 0,-59 0 0 0 0,-51 0 0 0 0,-39 0 0 0 0,-35 0 0 0 0,-29 0 0 0 0,-15 0 0 0 0,-1 0 0 0 0,18 0 0 0 0,27 0 0 0 0,34 0 0 0 0,26 0 0 0 0,38 0 0 0 0,41 0 0 0 0,33 0 0 0 0,28 0 0 0 0,13 0 0 0 0,22 0 0 0 0,11 0 0 0 0,13 0 0 0 0,13 0 0 0 0,11 0 0 0 0,7 0 0 0 0,5 0 0 0 0,2 0 0 0 0,1 0 0 0 0,-1 0 0 0 0,1 0 0 0 0,-2 0 0 0 0,1 0 0 0 0,-2 0 0 0 0,11 0 0 0 0,13 0 0 0 0,33 0 0 0 0,37 0 0 0 0,38 0 0 0 0,53 0 0 0 0,35 0 0 0 0,26 0 0 0 0,22 0 0 0 0,10 0 0 0 0,0 0 0 0 0,-13 0 0 0 0,-15 0 0 0 0,-26 0 0 0 0,-24 0 0 0 0,-32 0 0 0 0,-29 0 0 0 0,-28 0 0 0 0,-23 0 0 0 0,-10 0 0 0 0,-10 0 0 0 0,-20 0 0 0 0,-24 0 0 0 0,-31 0 0 0 0,-45 0 0 0 0,-43 0 0 0 0,-62 0 0 0 0,-50 0 0 0 0,-40 0 0 0 0,-29 0 0 0 0,-8 0 0 0 0,-6 0 0 0 0,5 0 0 0 0,16 0 0 0 0,24 0 0 0 0,27 0 0 0 0,36 0 0 0 0,24 0 0 0 0,39 0 0 0 0,34 0 0 0 0,27 0 0 0 0,23 0 0 0 0,17 0 0 0 0,23 0 0 0 0,25 0 0 0 0,33 0 0 0 0,56 0 0 0 0,49 0 0 0 0,27 0 0 0 0,24 0 0 0 0,17 0 0 0 0,4 0 0 0 0,1 0 0 0 0,-5 0 0 0 0,-17 0 0 0 0,-15 0 0 0 0,-7 0 0 0 0,-12 0 0 0 0,-16 0 0 0 0,-18 0 0 0 0,-13 0 0 0 0,-15 0 0 0 0,-19 0 0 0 0,-16 0 0 0 0,-4 0 0 0 0,-4 0 0 0 0,-18 0 0 0 0,-28 0 0 0 0,-35 0 0 0 0,-34 0 0 0 0,-34 0 0 0 0,-48 0 0 0 0,-33 0 0 0 0,-43 0 0 0 0,-58 0 0 0 0,-43 0 0 0 0,-32 0 0 0 0,-12 0 0 0 0,2 0 0 0 0,22 0 0 0 0,44 0 0 0 0,53 0 0 0 0,38 0 0 0 0,45 0 0 0 0,44 0 0 0 0,33 0 0 0 0,27 0 0 0 0,17 0 0 0 0,12 0 0 0 0,6 0 0 0 0,2 0 0 0 0,-1 0 0 0 0,0 0 0 0 0,-7 0 0 0 0,-3 0 0 0 0,-6 0 0 0 0,-6 0 0 0 0,-6 0 0 0 0,7 0 0 0 0,0 0 0 0 0,-2 0 0 0 0,2 0 0 0 0,3 0 0 0 0,4 0 0 0 0,3 0 0 0 0,8 0 0 0 0,3 0 0 0 0,-4 0 0 0 0,-8 0 0 0 0,-2 0 0 0 0,-1 0 0 0 0,-3 0 0 0 0,1 0 0 0 0,6 0 0 0 0,5 0 0 0 0,2 0 0 0 0,1 0 0 0 0,0 0 0 0 0,5 0 0 0 0,0 0 0 0 0,0 0 0 0 0,3 0 0 0 0,10 0 0 0 0,21 0 0 0 0,25 0 0 0 0,31 0 0 0 0,49 0 0 0 0,46 0 0 0 0,40 0 0 0 0,32 0 0 0 0,21 0 0 0 0,3 0 0 0 0,3 0 0 0 0,-3 0 0 0 0,-20 0 0 0 0,-20 0 0 0 0,-17 0 0 0 0,-22 0 0 0 0,-22 0 0 0 0,-18 0 0 0 0,-16 0 0 0 0,-21 0 0 0 0,-11 0 0 0 0,-12 0 0 0 0,-9 0 0 0 0,-12 0 0 0 0,-11 0 0 0 0,-8 0 0 0 0,-6 0 0 0 0,-4 0 0 0 0,9 0 0 0 0,7 0 0 0 0,6 0 0 0 0,10 0 0 0 0,14 0 0 0 0,10 0 0 0 0,20 0 0 0 0,3 0 0 0 0,7 0 0 0 0,5 0 0 0 0,-8 0 0 0 0,-3 0 0 0 0,5 0 0 0 0,-7 0 0 0 0,-11 0 0 0 0,-13 0 0 0 0,-10 0 0 0 0,-12 0 0 0 0,-12 0 0 0 0,-5 0 0 0 0,-4 0 0 0 0,1 0 0 0 0,3 0 0 0 0,4 0 0 0 0,-1 0 0 0 0,2 0 0 0 0,-4 0 0 0 0,-3 0 0 0 0,-5 0 0 0 0,2 0 0 0 0,4 0 0 0 0,-1 0 0 0 0,4 0 0 0 0,2 0 0 0 0,4 0 0 0 0,-2 0 0 0 0,1 0 0 0 0,1 0 0 0 0,-4 0 0 0 0,1 0 0 0 0,-3 0 0 0 0,-5 0 0 0 0,0 0 0 0 0,-1 0 0 0 0,-3 0 0 0 0,-2 0 0 0 0,-3 0 0 0 0,-2 0 0 0 0,-1 0 0 0 0,-5 0 0 0 0,-8 0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0"/>
    </inkml:context>
    <inkml:brush xml:id="br0">
      <inkml:brushProperty name="width" value="0.1" units="cm"/>
      <inkml:brushProperty name="height" value="0.1" units="cm"/>
      <inkml:brushProperty name="color" value="#E71224"/>
    </inkml:brush>
  </inkml:definitions>
  <inkml:trace contextRef="#ctx0" brushRef="#br0">8444 7648 16383 0 0,'10'0'0'0'0,"19"0"0"0"0,19 0 0 0 0,17 0 0 0 0,13 0 0 0 0,8 0 0 0 0,9 0 0 0 0,0 0 0 0 0,-7 0 0 0 0,-9 0 0 0 0,-6 0 0 0 0,-7 0 0 0 0,-3 0 0 0 0,-9 0 0 0 0,-7 0 0 0 0,-2 0 0 0 0,-4 0 0 0 0,-3 0 0 0 0,-3 0 0 0 0,-3 0 0 0 0,-2 0 0 0 0,0 0 0 0 0,-1 0 0 0 0,0 0 0 0 0,0 0 0 0 0,1 0 0 0 0,4 0 0 0 0,8 0 0 0 0,11 0 0 0 0,7 0 0 0 0,8 0 0 0 0,13 0 0 0 0,8 0 0 0 0,10 0 0 0 0,17 0 0 0 0,10 0 0 0 0,-1 0 0 0 0,-2 0 0 0 0,-7 0 0 0 0,-2 0 0 0 0,-6 0 0 0 0,-6 0 0 0 0,-5 0 0 0 0,-14 0 0 0 0,-6 0 0 0 0,-5 0 0 0 0,-1 0 0 0 0,3 0 0 0 0,5 0 0 0 0,9 0 0 0 0,9 0 0 0 0,9 0 0 0 0,22 0 0 0 0,14 0 0 0 0,9 0 0 0 0,-1 0 0 0 0,-2 0 0 0 0,-4 0 0 0 0,-7 0 0 0 0,-7 0 0 0 0,-5 0 0 0 0,-3 0 0 0 0,-3 0 0 0 0,-5 0 0 0 0,-8 0 0 0 0,-6 0 0 0 0,-6 0 0 0 0,3 0 0 0 0,-1 0 0 0 0,-1 0 0 0 0,-2 0 0 0 0,-1 0 0 0 0,-7 0 0 0 0,4 0 0 0 0,0 0 0 0 0,2 0 0 0 0,-1 0 0 0 0,1 0 0 0 0,-6 0 0 0 0,-7 0 0 0 0,4 0 0 0 0,-7 0 0 0 0,-12 0 0 0 0,-11 0 0 0 0,-9 0 0 0 0,-7 0 0 0 0,-5 0 0 0 0,-2 0 0 0 0,-1 0 0 0 0,-1 0 0 0 0,1 0 0 0 0,0 0 0 0 0,1 0 0 0 0,11 0 0 0 0,3 0 0 0 0,4 0 0 0 0,10 0 0 0 0,11 0 0 0 0,8 0 0 0 0,7 0 0 0 0,14 0 0 0 0,7 0 0 0 0,0 0 0 0 0,-3 0 0 0 0,-12 0 0 0 0,-12 0 0 0 0,-9 0 0 0 0,-6 0 0 0 0,-8 0 0 0 0,-3 0 0 0 0,-6 0 0 0 0,-4 0 0 0 0,-5 0 0 0 0,-4 0 0 0 0,-1 0 0 0 0,-2 0 0 0 0,0 0 0 0 0,0 0 0 0 0,0 0 0 0 0,0 0 0 0 0,5 0 0 0 0,12 0 0 0 0,4 0 0 0 0,-2 0 0 0 0,-4 0 0 0 0,-5 0 0 0 0,-3 0 0 0 0,-3 0 0 0 0,-2 0 0 0 0,-2 0 0 0 0,0 0 0 0 0,0 0 0 0 0,0 0 0 0 0,0 0 0 0 0,1 0 0 0 0,4 0 0 0 0,3 0 0 0 0,-6 0 0 0 0,-3 0 0 0 0,-1 0 0 0 0,-5 0 0 0 0,-1 0 0 0 0,1 0 0 0 0,1 0 0 0 0,2 0 0 0 0,3 0 0 0 0,-10 0 0 0 0,-12 0 0 0 0,-13 0 0 0 0,-9 0 0 0 0,-8 0 0 0 0,-5 0 0 0 0,-2 0 0 0 0,-6 0 0 0 0,-3 0 0 0 0,2 0 0 0 0,2 0 0 0 0,1 0 0 0 0,2 0 0 0 0,-3 0 0 0 0,-6 0 0 0 0,-11 0 0 0 0,-7 0 0 0 0,-18 0 0 0 0,-16 0 0 0 0,-13 0 0 0 0,-8 0 0 0 0,-10 0 0 0 0,-24 0 0 0 0,-18 0 0 0 0,-5 0 0 0 0,-14 0 0 0 0,-1 0 0 0 0,1 0 0 0 0,12 0 0 0 0,0 0 0 0 0,-1 0 0 0 0,-1 0 0 0 0,-1 0 0 0 0,-6 0 0 0 0,3 0 0 0 0,-8 0 0 0 0,-4 0 0 0 0,-3 0 0 0 0,0 0 0 0 0,3 0 0 0 0,14 0 0 0 0,2 0 0 0 0,11 0 0 0 0,2 0 0 0 0,19 0 0 0 0,4 0 0 0 0,0 0 0 0 0,14 0 0 0 0,13 0 0 0 0,6 0 0 0 0,5 0 0 0 0,-5 0 0 0 0,-4 0 0 0 0,-5 0 0 0 0,4 0 0 0 0,-1 0 0 0 0,0 0 0 0 0,-2 0 0 0 0,3 0 0 0 0,6 0 0 0 0,6 0 0 0 0,4 0 0 0 0,-1 0 0 0 0,0 0 0 0 0,2 0 0 0 0,1 0 0 0 0,2 0 0 0 0,1 0 0 0 0,-4 0 0 0 0,-1 0 0 0 0,11 0 0 0 0,9 0 0 0 0,8 0 0 0 0,5 0 0 0 0,3 0 0 0 0,2 0 0 0 0,6 0 0 0 0,11 0 0 0 0,3 0 0 0 0,3 0 0 0 0,1 0 0 0 0,3 0 0 0 0,6 0 0 0 0,2 0 0 0 0,0 0 0 0 0,4 0 0 0 0,0 0 0 0 0,-1 0 0 0 0,-4 0 0 0 0,-1 0 0 0 0,-3 0 0 0 0,0 0 0 0 0,-2 0 0 0 0,-5 0 0 0 0,-7 0 0 0 0,3 0 0 0 0,4 0 0 0 0,3 0 0 0 0,1 0 0 0 0,6 0 0 0 0,3 0 0 0 0,-1 0 0 0 0,-1 0 0 0 0,-1 0 0 0 0,2 0 0 0 0,2 0 0 0 0,-2 0 0 0 0,4 0 0 0 0,-1 0 0 0 0,4 0 0 0 0,-1 0 0 0 0,-3 0 0 0 0,3 0 0 0 0,-2 0 0 0 0,-7 0 0 0 0,1 0 0 0 0,-1 0 0 0 0,-1 0 0 0 0,0 0 0 0 0,-2 0 0 0 0,0 0 0 0 0,-1 0 0 0 0,1 0 0 0 0,-1 0 0 0 0,0 0 0 0 0,0 0 0 0 0,0 0 0 0 0,5 0 0 0 0,7 0 0 0 0,1 0 0 0 0,-1 0 0 0 0,-3 0 0 0 0,-8 0 0 0 0,6 0 0 0 0,12 0 0 0 0,13 0 0 0 0,11 0 0 0 0,9 0 0 0 0,5 0 0 0 0,4 0 0 0 0,1 0 0 0 0,0 0 0 0 0,0 0 0 0 0,-11 0 0 0 0,-13 0 0 0 0,-14 0 0 0 0,-11 0 0 0 0,-7 0 0 0 0,-5 0 0 0 0,3 0 0 0 0,10 0 0 0 0,14 0 0 0 0,11 0 0 0 0,10 0 0 0 0,7 0 0 0 0,3 0 0 0 0,8 0 0 0 0,7 0 0 0 0,2 0 0 0 0,17 0 0 0 0,10 0 0 0 0,6 0 0 0 0,11 0 0 0 0,9 0 0 0 0,10 0 0 0 0,5 0 0 0 0,4 0 0 0 0,-2 0 0 0 0,-7 0 0 0 0,-6 0 0 0 0,0 0 0 0 0,-8 0 0 0 0,-5 0 0 0 0,-7 0 0 0 0,-13 0 0 0 0,-13 0 0 0 0,-7 0 0 0 0,-6 0 0 0 0,0 0 0 0 0,12 0 0 0 0,12 0 0 0 0,9 0 0 0 0,8 0 0 0 0,8 0 0 0 0,5 0 0 0 0,16 0 0 0 0,8 0 0 0 0,-1 0 0 0 0,-6 0 0 0 0,-2 0 0 0 0,0 0 0 0 0,-4 0 0 0 0,-6 0 0 0 0,1 0 0 0 0,-3 0 0 0 0,-8 0 0 0 0,5 0 0 0 0,7 0 0 0 0,0 0 0 0 0,-7 0 0 0 0,-1 0 0 0 0,-1 0 0 0 0,4 0 0 0 0,9 0 0 0 0,2 0 0 0 0,-7 0 0 0 0,-8 0 0 0 0,-3 0 0 0 0,2 0 0 0 0,0 0 0 0 0,-1 0 0 0 0,-6 0 0 0 0,-3 0 0 0 0,-6 0 0 0 0,-6 0 0 0 0,0 0 0 0 0,-8 0 0 0 0,1 0 0 0 0,-1 0 0 0 0,-2 0 0 0 0,4 0 0 0 0,6 0 0 0 0,-4 0 0 0 0,16 0 0 0 0,4 0 0 0 0,2 0 0 0 0,0 0 0 0 0,1 0 0 0 0,-1 0 0 0 0,10 0 0 0 0,8 0 0 0 0,6 0 0 0 0,-2 0 0 0 0,-5 0 0 0 0,-5 0 0 0 0,-5 0 0 0 0,-4 0 0 0 0,-13 0 0 0 0,-15 0 0 0 0,-9 0 0 0 0,-9 0 0 0 0,-7 0 0 0 0,-6 0 0 0 0,-4 0 0 0 0,3 0 0 0 0,1 0 0 0 0,5 0 0 0 0,10 0 0 0 0,7 0 0 0 0,4 0 0 0 0,-3 0 0 0 0,4 0 0 0 0,1 0 0 0 0,0 0 0 0 0,-6 0 0 0 0,4 0 0 0 0,-5 0 0 0 0,-6 0 0 0 0,-7 0 0 0 0,-5 0 0 0 0,-5 0 0 0 0,-2 0 0 0 0,-1 0 0 0 0,-2 0 0 0 0,-4 0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1"/>
    </inkml:context>
    <inkml:brush xml:id="br0">
      <inkml:brushProperty name="width" value="0.1" units="cm"/>
      <inkml:brushProperty name="height" value="0.1" units="cm"/>
      <inkml:brushProperty name="color" value="#E71224"/>
    </inkml:brush>
  </inkml:definitions>
  <inkml:trace contextRef="#ctx0" brushRef="#br0">12735 6943 16383 0 0,'91'0'0'0'0,"137"0"0"0"0,85 0 0 0 0,45 0 0 0 0,-7 0 0 0 0,-44 0 0 0 0,-64 0 0 0 0,-62 0 0 0 0,-53 0 0 0 0,-43 0 0 0 0,-25 0 0 0 0,-23 0 0 0 0,-3 0 0 0 0,8 0 0 0 0,12 0 0 0 0,13 0 0 0 0,19 0 0 0 0,16 0 0 0 0,6 0 0 0 0,4 0 0 0 0,-1 0 0 0 0,-4 0 0 0 0,10 0 0 0 0,0 0 0 0 0,0 0 0 0 0,-4 0 0 0 0,-6 0 0 0 0,-1 0 0 0 0,-14 0 0 0 0,-11 0 0 0 0,-6 0 0 0 0,-9 0 0 0 0,-7 0 0 0 0,-8 0 0 0 0,-2 0 0 0 0,-5 0 0 0 0,-4 0 0 0 0,-5 0 0 0 0,3 0 0 0 0,-1 0 0 0 0,-21 0 0 0 0,-34 0 0 0 0,-50 0 0 0 0,-73 0 0 0 0,-59 0 0 0 0,-51 0 0 0 0,-39 0 0 0 0,-35 0 0 0 0,-29 0 0 0 0,-15 0 0 0 0,-1 0 0 0 0,18 0 0 0 0,27 0 0 0 0,34 0 0 0 0,26 0 0 0 0,38 0 0 0 0,41 0 0 0 0,33 0 0 0 0,28 0 0 0 0,13 0 0 0 0,22 0 0 0 0,11 0 0 0 0,13 0 0 0 0,13 0 0 0 0,11 0 0 0 0,7 0 0 0 0,5 0 0 0 0,2 0 0 0 0,1 0 0 0 0,-1 0 0 0 0,1 0 0 0 0,-2 0 0 0 0,1 0 0 0 0,-2 0 0 0 0,11 0 0 0 0,13 0 0 0 0,33 0 0 0 0,37 0 0 0 0,38 0 0 0 0,53 0 0 0 0,35 0 0 0 0,26 0 0 0 0,22 0 0 0 0,10 0 0 0 0,0 0 0 0 0,-13 0 0 0 0,-15 0 0 0 0,-26 0 0 0 0,-24 0 0 0 0,-32 0 0 0 0,-29 0 0 0 0,-28 0 0 0 0,-23 0 0 0 0,-10 0 0 0 0,-10 0 0 0 0,-20 0 0 0 0,-24 0 0 0 0,-31 0 0 0 0,-45 0 0 0 0,-43 0 0 0 0,-62 0 0 0 0,-50 0 0 0 0,-40 0 0 0 0,-29 0 0 0 0,-8 0 0 0 0,-6 0 0 0 0,5 0 0 0 0,16 0 0 0 0,24 0 0 0 0,27 0 0 0 0,36 0 0 0 0,24 0 0 0 0,39 0 0 0 0,34 0 0 0 0,27 0 0 0 0,23 0 0 0 0,17 0 0 0 0,23 0 0 0 0,25 0 0 0 0,33 0 0 0 0,56 0 0 0 0,49 0 0 0 0,27 0 0 0 0,24 0 0 0 0,17 0 0 0 0,4 0 0 0 0,1 0 0 0 0,-5 0 0 0 0,-17 0 0 0 0,-15 0 0 0 0,-7 0 0 0 0,-12 0 0 0 0,-16 0 0 0 0,-18 0 0 0 0,-13 0 0 0 0,-15 0 0 0 0,-19 0 0 0 0,-16 0 0 0 0,-4 0 0 0 0,-4 0 0 0 0,-18 0 0 0 0,-28 0 0 0 0,-35 0 0 0 0,-34 0 0 0 0,-34 0 0 0 0,-48 0 0 0 0,-33 0 0 0 0,-43 0 0 0 0,-58 0 0 0 0,-43 0 0 0 0,-32 0 0 0 0,-12 0 0 0 0,2 0 0 0 0,22 0 0 0 0,44 0 0 0 0,53 0 0 0 0,38 0 0 0 0,45 0 0 0 0,44 0 0 0 0,33 0 0 0 0,27 0 0 0 0,17 0 0 0 0,12 0 0 0 0,6 0 0 0 0,2 0 0 0 0,-1 0 0 0 0,0 0 0 0 0,-7 0 0 0 0,-3 0 0 0 0,-6 0 0 0 0,-6 0 0 0 0,-6 0 0 0 0,7 0 0 0 0,0 0 0 0 0,-2 0 0 0 0,2 0 0 0 0,3 0 0 0 0,4 0 0 0 0,3 0 0 0 0,8 0 0 0 0,3 0 0 0 0,-4 0 0 0 0,-8 0 0 0 0,-2 0 0 0 0,-1 0 0 0 0,-3 0 0 0 0,1 0 0 0 0,6 0 0 0 0,5 0 0 0 0,2 0 0 0 0,1 0 0 0 0,0 0 0 0 0,5 0 0 0 0,0 0 0 0 0,0 0 0 0 0,3 0 0 0 0,10 0 0 0 0,21 0 0 0 0,25 0 0 0 0,31 0 0 0 0,49 0 0 0 0,46 0 0 0 0,40 0 0 0 0,32 0 0 0 0,21 0 0 0 0,3 0 0 0 0,3 0 0 0 0,-3 0 0 0 0,-20 0 0 0 0,-20 0 0 0 0,-17 0 0 0 0,-22 0 0 0 0,-22 0 0 0 0,-18 0 0 0 0,-16 0 0 0 0,-21 0 0 0 0,-11 0 0 0 0,-12 0 0 0 0,-9 0 0 0 0,-12 0 0 0 0,-11 0 0 0 0,-8 0 0 0 0,-6 0 0 0 0,-4 0 0 0 0,9 0 0 0 0,7 0 0 0 0,6 0 0 0 0,10 0 0 0 0,14 0 0 0 0,10 0 0 0 0,20 0 0 0 0,3 0 0 0 0,7 0 0 0 0,5 0 0 0 0,-8 0 0 0 0,-3 0 0 0 0,5 0 0 0 0,-7 0 0 0 0,-11 0 0 0 0,-13 0 0 0 0,-10 0 0 0 0,-12 0 0 0 0,-12 0 0 0 0,-5 0 0 0 0,-4 0 0 0 0,1 0 0 0 0,3 0 0 0 0,4 0 0 0 0,-1 0 0 0 0,2 0 0 0 0,-4 0 0 0 0,-3 0 0 0 0,-5 0 0 0 0,2 0 0 0 0,4 0 0 0 0,-1 0 0 0 0,4 0 0 0 0,2 0 0 0 0,4 0 0 0 0,-2 0 0 0 0,1 0 0 0 0,1 0 0 0 0,-4 0 0 0 0,1 0 0 0 0,-3 0 0 0 0,-5 0 0 0 0,0 0 0 0 0,-1 0 0 0 0,-3 0 0 0 0,-2 0 0 0 0,-3 0 0 0 0,-2 0 0 0 0,-1 0 0 0 0,-5 0 0 0 0,-8 0 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0"/>
    </inkml:context>
    <inkml:brush xml:id="br0">
      <inkml:brushProperty name="width" value="0.1" units="cm"/>
      <inkml:brushProperty name="height" value="0.1" units="cm"/>
      <inkml:brushProperty name="color" value="#E71224"/>
    </inkml:brush>
  </inkml:definitions>
  <inkml:trace contextRef="#ctx0" brushRef="#br0">8444 7648 16383 0 0,'10'0'0'0'0,"19"0"0"0"0,19 0 0 0 0,17 0 0 0 0,13 0 0 0 0,8 0 0 0 0,9 0 0 0 0,0 0 0 0 0,-7 0 0 0 0,-9 0 0 0 0,-6 0 0 0 0,-7 0 0 0 0,-3 0 0 0 0,-9 0 0 0 0,-7 0 0 0 0,-2 0 0 0 0,-4 0 0 0 0,-3 0 0 0 0,-3 0 0 0 0,-3 0 0 0 0,-2 0 0 0 0,0 0 0 0 0,-1 0 0 0 0,0 0 0 0 0,0 0 0 0 0,1 0 0 0 0,4 0 0 0 0,8 0 0 0 0,11 0 0 0 0,7 0 0 0 0,8 0 0 0 0,13 0 0 0 0,8 0 0 0 0,10 0 0 0 0,17 0 0 0 0,10 0 0 0 0,-1 0 0 0 0,-2 0 0 0 0,-7 0 0 0 0,-2 0 0 0 0,-6 0 0 0 0,-6 0 0 0 0,-5 0 0 0 0,-14 0 0 0 0,-6 0 0 0 0,-5 0 0 0 0,-1 0 0 0 0,3 0 0 0 0,5 0 0 0 0,9 0 0 0 0,9 0 0 0 0,9 0 0 0 0,22 0 0 0 0,14 0 0 0 0,9 0 0 0 0,-1 0 0 0 0,-2 0 0 0 0,-4 0 0 0 0,-7 0 0 0 0,-7 0 0 0 0,-5 0 0 0 0,-3 0 0 0 0,-3 0 0 0 0,-5 0 0 0 0,-8 0 0 0 0,-6 0 0 0 0,-6 0 0 0 0,3 0 0 0 0,-1 0 0 0 0,-1 0 0 0 0,-2 0 0 0 0,-1 0 0 0 0,-7 0 0 0 0,4 0 0 0 0,0 0 0 0 0,2 0 0 0 0,-1 0 0 0 0,1 0 0 0 0,-6 0 0 0 0,-7 0 0 0 0,4 0 0 0 0,-7 0 0 0 0,-12 0 0 0 0,-11 0 0 0 0,-9 0 0 0 0,-7 0 0 0 0,-5 0 0 0 0,-2 0 0 0 0,-1 0 0 0 0,-1 0 0 0 0,1 0 0 0 0,0 0 0 0 0,1 0 0 0 0,11 0 0 0 0,3 0 0 0 0,4 0 0 0 0,10 0 0 0 0,11 0 0 0 0,8 0 0 0 0,7 0 0 0 0,14 0 0 0 0,7 0 0 0 0,0 0 0 0 0,-3 0 0 0 0,-12 0 0 0 0,-12 0 0 0 0,-9 0 0 0 0,-6 0 0 0 0,-8 0 0 0 0,-3 0 0 0 0,-6 0 0 0 0,-4 0 0 0 0,-5 0 0 0 0,-4 0 0 0 0,-1 0 0 0 0,-2 0 0 0 0,0 0 0 0 0,0 0 0 0 0,0 0 0 0 0,0 0 0 0 0,5 0 0 0 0,12 0 0 0 0,4 0 0 0 0,-2 0 0 0 0,-4 0 0 0 0,-5 0 0 0 0,-3 0 0 0 0,-3 0 0 0 0,-2 0 0 0 0,-2 0 0 0 0,0 0 0 0 0,0 0 0 0 0,0 0 0 0 0,0 0 0 0 0,1 0 0 0 0,4 0 0 0 0,3 0 0 0 0,-6 0 0 0 0,-3 0 0 0 0,-1 0 0 0 0,-5 0 0 0 0,-1 0 0 0 0,1 0 0 0 0,1 0 0 0 0,2 0 0 0 0,3 0 0 0 0,-10 0 0 0 0,-12 0 0 0 0,-13 0 0 0 0,-9 0 0 0 0,-8 0 0 0 0,-5 0 0 0 0,-2 0 0 0 0,-6 0 0 0 0,-3 0 0 0 0,2 0 0 0 0,2 0 0 0 0,1 0 0 0 0,2 0 0 0 0,-3 0 0 0 0,-6 0 0 0 0,-11 0 0 0 0,-7 0 0 0 0,-18 0 0 0 0,-16 0 0 0 0,-13 0 0 0 0,-8 0 0 0 0,-10 0 0 0 0,-24 0 0 0 0,-18 0 0 0 0,-5 0 0 0 0,-14 0 0 0 0,-1 0 0 0 0,1 0 0 0 0,12 0 0 0 0,0 0 0 0 0,-1 0 0 0 0,-1 0 0 0 0,-1 0 0 0 0,-6 0 0 0 0,3 0 0 0 0,-8 0 0 0 0,-4 0 0 0 0,-3 0 0 0 0,0 0 0 0 0,3 0 0 0 0,14 0 0 0 0,2 0 0 0 0,11 0 0 0 0,2 0 0 0 0,19 0 0 0 0,4 0 0 0 0,0 0 0 0 0,14 0 0 0 0,13 0 0 0 0,6 0 0 0 0,5 0 0 0 0,-5 0 0 0 0,-4 0 0 0 0,-5 0 0 0 0,4 0 0 0 0,-1 0 0 0 0,0 0 0 0 0,-2 0 0 0 0,3 0 0 0 0,6 0 0 0 0,6 0 0 0 0,4 0 0 0 0,-1 0 0 0 0,0 0 0 0 0,2 0 0 0 0,1 0 0 0 0,2 0 0 0 0,1 0 0 0 0,-4 0 0 0 0,-1 0 0 0 0,11 0 0 0 0,9 0 0 0 0,8 0 0 0 0,5 0 0 0 0,3 0 0 0 0,2 0 0 0 0,6 0 0 0 0,11 0 0 0 0,3 0 0 0 0,3 0 0 0 0,1 0 0 0 0,3 0 0 0 0,6 0 0 0 0,2 0 0 0 0,0 0 0 0 0,4 0 0 0 0,0 0 0 0 0,-1 0 0 0 0,-4 0 0 0 0,-1 0 0 0 0,-3 0 0 0 0,0 0 0 0 0,-2 0 0 0 0,-5 0 0 0 0,-7 0 0 0 0,3 0 0 0 0,4 0 0 0 0,3 0 0 0 0,1 0 0 0 0,6 0 0 0 0,3 0 0 0 0,-1 0 0 0 0,-1 0 0 0 0,-1 0 0 0 0,2 0 0 0 0,2 0 0 0 0,-2 0 0 0 0,4 0 0 0 0,-1 0 0 0 0,4 0 0 0 0,-1 0 0 0 0,-3 0 0 0 0,3 0 0 0 0,-2 0 0 0 0,-7 0 0 0 0,1 0 0 0 0,-1 0 0 0 0,-1 0 0 0 0,0 0 0 0 0,-2 0 0 0 0,0 0 0 0 0,-1 0 0 0 0,1 0 0 0 0,-1 0 0 0 0,0 0 0 0 0,0 0 0 0 0,0 0 0 0 0,5 0 0 0 0,7 0 0 0 0,1 0 0 0 0,-1 0 0 0 0,-3 0 0 0 0,-8 0 0 0 0,6 0 0 0 0,12 0 0 0 0,13 0 0 0 0,11 0 0 0 0,9 0 0 0 0,5 0 0 0 0,4 0 0 0 0,1 0 0 0 0,0 0 0 0 0,0 0 0 0 0,-11 0 0 0 0,-13 0 0 0 0,-14 0 0 0 0,-11 0 0 0 0,-7 0 0 0 0,-5 0 0 0 0,3 0 0 0 0,10 0 0 0 0,14 0 0 0 0,11 0 0 0 0,10 0 0 0 0,7 0 0 0 0,3 0 0 0 0,8 0 0 0 0,7 0 0 0 0,2 0 0 0 0,17 0 0 0 0,10 0 0 0 0,6 0 0 0 0,11 0 0 0 0,9 0 0 0 0,10 0 0 0 0,5 0 0 0 0,4 0 0 0 0,-2 0 0 0 0,-7 0 0 0 0,-6 0 0 0 0,0 0 0 0 0,-8 0 0 0 0,-5 0 0 0 0,-7 0 0 0 0,-13 0 0 0 0,-13 0 0 0 0,-7 0 0 0 0,-6 0 0 0 0,0 0 0 0 0,12 0 0 0 0,12 0 0 0 0,9 0 0 0 0,8 0 0 0 0,8 0 0 0 0,5 0 0 0 0,16 0 0 0 0,8 0 0 0 0,-1 0 0 0 0,-6 0 0 0 0,-2 0 0 0 0,0 0 0 0 0,-4 0 0 0 0,-6 0 0 0 0,1 0 0 0 0,-3 0 0 0 0,-8 0 0 0 0,5 0 0 0 0,7 0 0 0 0,0 0 0 0 0,-7 0 0 0 0,-1 0 0 0 0,-1 0 0 0 0,4 0 0 0 0,9 0 0 0 0,2 0 0 0 0,-7 0 0 0 0,-8 0 0 0 0,-3 0 0 0 0,2 0 0 0 0,0 0 0 0 0,-1 0 0 0 0,-6 0 0 0 0,-3 0 0 0 0,-6 0 0 0 0,-6 0 0 0 0,0 0 0 0 0,-8 0 0 0 0,1 0 0 0 0,-1 0 0 0 0,-2 0 0 0 0,4 0 0 0 0,6 0 0 0 0,-4 0 0 0 0,16 0 0 0 0,4 0 0 0 0,2 0 0 0 0,0 0 0 0 0,1 0 0 0 0,-1 0 0 0 0,10 0 0 0 0,8 0 0 0 0,6 0 0 0 0,-2 0 0 0 0,-5 0 0 0 0,-5 0 0 0 0,-5 0 0 0 0,-4 0 0 0 0,-13 0 0 0 0,-15 0 0 0 0,-9 0 0 0 0,-9 0 0 0 0,-7 0 0 0 0,-6 0 0 0 0,-4 0 0 0 0,3 0 0 0 0,1 0 0 0 0,5 0 0 0 0,10 0 0 0 0,7 0 0 0 0,4 0 0 0 0,-3 0 0 0 0,4 0 0 0 0,1 0 0 0 0,0 0 0 0 0,-6 0 0 0 0,4 0 0 0 0,-5 0 0 0 0,-6 0 0 0 0,-7 0 0 0 0,-5 0 0 0 0,-5 0 0 0 0,-2 0 0 0 0,-1 0 0 0 0,-2 0 0 0 0,-4 0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1"/>
    </inkml:context>
    <inkml:brush xml:id="br0">
      <inkml:brushProperty name="width" value="0.1" units="cm"/>
      <inkml:brushProperty name="height" value="0.1" units="cm"/>
      <inkml:brushProperty name="color" value="#E71224"/>
    </inkml:brush>
  </inkml:definitions>
  <inkml:trace contextRef="#ctx0" brushRef="#br0">12735 6943 16383 0 0,'91'0'0'0'0,"137"0"0"0"0,85 0 0 0 0,45 0 0 0 0,-7 0 0 0 0,-44 0 0 0 0,-64 0 0 0 0,-62 0 0 0 0,-53 0 0 0 0,-43 0 0 0 0,-25 0 0 0 0,-23 0 0 0 0,-3 0 0 0 0,8 0 0 0 0,12 0 0 0 0,13 0 0 0 0,19 0 0 0 0,16 0 0 0 0,6 0 0 0 0,4 0 0 0 0,-1 0 0 0 0,-4 0 0 0 0,10 0 0 0 0,0 0 0 0 0,0 0 0 0 0,-4 0 0 0 0,-6 0 0 0 0,-1 0 0 0 0,-14 0 0 0 0,-11 0 0 0 0,-6 0 0 0 0,-9 0 0 0 0,-7 0 0 0 0,-8 0 0 0 0,-2 0 0 0 0,-5 0 0 0 0,-4 0 0 0 0,-5 0 0 0 0,3 0 0 0 0,-1 0 0 0 0,-21 0 0 0 0,-34 0 0 0 0,-50 0 0 0 0,-73 0 0 0 0,-59 0 0 0 0,-51 0 0 0 0,-39 0 0 0 0,-35 0 0 0 0,-29 0 0 0 0,-15 0 0 0 0,-1 0 0 0 0,18 0 0 0 0,27 0 0 0 0,34 0 0 0 0,26 0 0 0 0,38 0 0 0 0,41 0 0 0 0,33 0 0 0 0,28 0 0 0 0,13 0 0 0 0,22 0 0 0 0,11 0 0 0 0,13 0 0 0 0,13 0 0 0 0,11 0 0 0 0,7 0 0 0 0,5 0 0 0 0,2 0 0 0 0,1 0 0 0 0,-1 0 0 0 0,1 0 0 0 0,-2 0 0 0 0,1 0 0 0 0,-2 0 0 0 0,11 0 0 0 0,13 0 0 0 0,33 0 0 0 0,37 0 0 0 0,38 0 0 0 0,53 0 0 0 0,35 0 0 0 0,26 0 0 0 0,22 0 0 0 0,10 0 0 0 0,0 0 0 0 0,-13 0 0 0 0,-15 0 0 0 0,-26 0 0 0 0,-24 0 0 0 0,-32 0 0 0 0,-29 0 0 0 0,-28 0 0 0 0,-23 0 0 0 0,-10 0 0 0 0,-10 0 0 0 0,-20 0 0 0 0,-24 0 0 0 0,-31 0 0 0 0,-45 0 0 0 0,-43 0 0 0 0,-62 0 0 0 0,-50 0 0 0 0,-40 0 0 0 0,-29 0 0 0 0,-8 0 0 0 0,-6 0 0 0 0,5 0 0 0 0,16 0 0 0 0,24 0 0 0 0,27 0 0 0 0,36 0 0 0 0,24 0 0 0 0,39 0 0 0 0,34 0 0 0 0,27 0 0 0 0,23 0 0 0 0,17 0 0 0 0,23 0 0 0 0,25 0 0 0 0,33 0 0 0 0,56 0 0 0 0,49 0 0 0 0,27 0 0 0 0,24 0 0 0 0,17 0 0 0 0,4 0 0 0 0,1 0 0 0 0,-5 0 0 0 0,-17 0 0 0 0,-15 0 0 0 0,-7 0 0 0 0,-12 0 0 0 0,-16 0 0 0 0,-18 0 0 0 0,-13 0 0 0 0,-15 0 0 0 0,-19 0 0 0 0,-16 0 0 0 0,-4 0 0 0 0,-4 0 0 0 0,-18 0 0 0 0,-28 0 0 0 0,-35 0 0 0 0,-34 0 0 0 0,-34 0 0 0 0,-48 0 0 0 0,-33 0 0 0 0,-43 0 0 0 0,-58 0 0 0 0,-43 0 0 0 0,-32 0 0 0 0,-12 0 0 0 0,2 0 0 0 0,22 0 0 0 0,44 0 0 0 0,53 0 0 0 0,38 0 0 0 0,45 0 0 0 0,44 0 0 0 0,33 0 0 0 0,27 0 0 0 0,17 0 0 0 0,12 0 0 0 0,6 0 0 0 0,2 0 0 0 0,-1 0 0 0 0,0 0 0 0 0,-7 0 0 0 0,-3 0 0 0 0,-6 0 0 0 0,-6 0 0 0 0,-6 0 0 0 0,7 0 0 0 0,0 0 0 0 0,-2 0 0 0 0,2 0 0 0 0,3 0 0 0 0,4 0 0 0 0,3 0 0 0 0,8 0 0 0 0,3 0 0 0 0,-4 0 0 0 0,-8 0 0 0 0,-2 0 0 0 0,-1 0 0 0 0,-3 0 0 0 0,1 0 0 0 0,6 0 0 0 0,5 0 0 0 0,2 0 0 0 0,1 0 0 0 0,0 0 0 0 0,5 0 0 0 0,0 0 0 0 0,0 0 0 0 0,3 0 0 0 0,10 0 0 0 0,21 0 0 0 0,25 0 0 0 0,31 0 0 0 0,49 0 0 0 0,46 0 0 0 0,40 0 0 0 0,32 0 0 0 0,21 0 0 0 0,3 0 0 0 0,3 0 0 0 0,-3 0 0 0 0,-20 0 0 0 0,-20 0 0 0 0,-17 0 0 0 0,-22 0 0 0 0,-22 0 0 0 0,-18 0 0 0 0,-16 0 0 0 0,-21 0 0 0 0,-11 0 0 0 0,-12 0 0 0 0,-9 0 0 0 0,-12 0 0 0 0,-11 0 0 0 0,-8 0 0 0 0,-6 0 0 0 0,-4 0 0 0 0,9 0 0 0 0,7 0 0 0 0,6 0 0 0 0,10 0 0 0 0,14 0 0 0 0,10 0 0 0 0,20 0 0 0 0,3 0 0 0 0,7 0 0 0 0,5 0 0 0 0,-8 0 0 0 0,-3 0 0 0 0,5 0 0 0 0,-7 0 0 0 0,-11 0 0 0 0,-13 0 0 0 0,-10 0 0 0 0,-12 0 0 0 0,-12 0 0 0 0,-5 0 0 0 0,-4 0 0 0 0,1 0 0 0 0,3 0 0 0 0,4 0 0 0 0,-1 0 0 0 0,2 0 0 0 0,-4 0 0 0 0,-3 0 0 0 0,-5 0 0 0 0,2 0 0 0 0,4 0 0 0 0,-1 0 0 0 0,4 0 0 0 0,2 0 0 0 0,4 0 0 0 0,-2 0 0 0 0,1 0 0 0 0,1 0 0 0 0,-4 0 0 0 0,1 0 0 0 0,-3 0 0 0 0,-5 0 0 0 0,0 0 0 0 0,-1 0 0 0 0,-3 0 0 0 0,-2 0 0 0 0,-3 0 0 0 0,-2 0 0 0 0,-1 0 0 0 0,-5 0 0 0 0,-8 0 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0"/>
    </inkml:context>
    <inkml:brush xml:id="br0">
      <inkml:brushProperty name="width" value="0.1" units="cm"/>
      <inkml:brushProperty name="height" value="0.1" units="cm"/>
      <inkml:brushProperty name="color" value="#E71224"/>
    </inkml:brush>
  </inkml:definitions>
  <inkml:trace contextRef="#ctx0" brushRef="#br0">8444 7648 16383 0 0,'10'0'0'0'0,"19"0"0"0"0,19 0 0 0 0,17 0 0 0 0,13 0 0 0 0,8 0 0 0 0,9 0 0 0 0,0 0 0 0 0,-7 0 0 0 0,-9 0 0 0 0,-6 0 0 0 0,-7 0 0 0 0,-3 0 0 0 0,-9 0 0 0 0,-7 0 0 0 0,-2 0 0 0 0,-4 0 0 0 0,-3 0 0 0 0,-3 0 0 0 0,-3 0 0 0 0,-2 0 0 0 0,0 0 0 0 0,-1 0 0 0 0,0 0 0 0 0,0 0 0 0 0,1 0 0 0 0,4 0 0 0 0,8 0 0 0 0,11 0 0 0 0,7 0 0 0 0,8 0 0 0 0,13 0 0 0 0,8 0 0 0 0,10 0 0 0 0,17 0 0 0 0,10 0 0 0 0,-1 0 0 0 0,-2 0 0 0 0,-7 0 0 0 0,-2 0 0 0 0,-6 0 0 0 0,-6 0 0 0 0,-5 0 0 0 0,-14 0 0 0 0,-6 0 0 0 0,-5 0 0 0 0,-1 0 0 0 0,3 0 0 0 0,5 0 0 0 0,9 0 0 0 0,9 0 0 0 0,9 0 0 0 0,22 0 0 0 0,14 0 0 0 0,9 0 0 0 0,-1 0 0 0 0,-2 0 0 0 0,-4 0 0 0 0,-7 0 0 0 0,-7 0 0 0 0,-5 0 0 0 0,-3 0 0 0 0,-3 0 0 0 0,-5 0 0 0 0,-8 0 0 0 0,-6 0 0 0 0,-6 0 0 0 0,3 0 0 0 0,-1 0 0 0 0,-1 0 0 0 0,-2 0 0 0 0,-1 0 0 0 0,-7 0 0 0 0,4 0 0 0 0,0 0 0 0 0,2 0 0 0 0,-1 0 0 0 0,1 0 0 0 0,-6 0 0 0 0,-7 0 0 0 0,4 0 0 0 0,-7 0 0 0 0,-12 0 0 0 0,-11 0 0 0 0,-9 0 0 0 0,-7 0 0 0 0,-5 0 0 0 0,-2 0 0 0 0,-1 0 0 0 0,-1 0 0 0 0,1 0 0 0 0,0 0 0 0 0,1 0 0 0 0,11 0 0 0 0,3 0 0 0 0,4 0 0 0 0,10 0 0 0 0,11 0 0 0 0,8 0 0 0 0,7 0 0 0 0,14 0 0 0 0,7 0 0 0 0,0 0 0 0 0,-3 0 0 0 0,-12 0 0 0 0,-12 0 0 0 0,-9 0 0 0 0,-6 0 0 0 0,-8 0 0 0 0,-3 0 0 0 0,-6 0 0 0 0,-4 0 0 0 0,-5 0 0 0 0,-4 0 0 0 0,-1 0 0 0 0,-2 0 0 0 0,0 0 0 0 0,0 0 0 0 0,0 0 0 0 0,0 0 0 0 0,5 0 0 0 0,12 0 0 0 0,4 0 0 0 0,-2 0 0 0 0,-4 0 0 0 0,-5 0 0 0 0,-3 0 0 0 0,-3 0 0 0 0,-2 0 0 0 0,-2 0 0 0 0,0 0 0 0 0,0 0 0 0 0,0 0 0 0 0,0 0 0 0 0,1 0 0 0 0,4 0 0 0 0,3 0 0 0 0,-6 0 0 0 0,-3 0 0 0 0,-1 0 0 0 0,-5 0 0 0 0,-1 0 0 0 0,1 0 0 0 0,1 0 0 0 0,2 0 0 0 0,3 0 0 0 0,-10 0 0 0 0,-12 0 0 0 0,-13 0 0 0 0,-9 0 0 0 0,-8 0 0 0 0,-5 0 0 0 0,-2 0 0 0 0,-6 0 0 0 0,-3 0 0 0 0,2 0 0 0 0,2 0 0 0 0,1 0 0 0 0,2 0 0 0 0,-3 0 0 0 0,-6 0 0 0 0,-11 0 0 0 0,-7 0 0 0 0,-18 0 0 0 0,-16 0 0 0 0,-13 0 0 0 0,-8 0 0 0 0,-10 0 0 0 0,-24 0 0 0 0,-18 0 0 0 0,-5 0 0 0 0,-14 0 0 0 0,-1 0 0 0 0,1 0 0 0 0,12 0 0 0 0,0 0 0 0 0,-1 0 0 0 0,-1 0 0 0 0,-1 0 0 0 0,-6 0 0 0 0,3 0 0 0 0,-8 0 0 0 0,-4 0 0 0 0,-3 0 0 0 0,0 0 0 0 0,3 0 0 0 0,14 0 0 0 0,2 0 0 0 0,11 0 0 0 0,2 0 0 0 0,19 0 0 0 0,4 0 0 0 0,0 0 0 0 0,14 0 0 0 0,13 0 0 0 0,6 0 0 0 0,5 0 0 0 0,-5 0 0 0 0,-4 0 0 0 0,-5 0 0 0 0,4 0 0 0 0,-1 0 0 0 0,0 0 0 0 0,-2 0 0 0 0,3 0 0 0 0,6 0 0 0 0,6 0 0 0 0,4 0 0 0 0,-1 0 0 0 0,0 0 0 0 0,2 0 0 0 0,1 0 0 0 0,2 0 0 0 0,1 0 0 0 0,-4 0 0 0 0,-1 0 0 0 0,11 0 0 0 0,9 0 0 0 0,8 0 0 0 0,5 0 0 0 0,3 0 0 0 0,2 0 0 0 0,6 0 0 0 0,11 0 0 0 0,3 0 0 0 0,3 0 0 0 0,1 0 0 0 0,3 0 0 0 0,6 0 0 0 0,2 0 0 0 0,0 0 0 0 0,4 0 0 0 0,0 0 0 0 0,-1 0 0 0 0,-4 0 0 0 0,-1 0 0 0 0,-3 0 0 0 0,0 0 0 0 0,-2 0 0 0 0,-5 0 0 0 0,-7 0 0 0 0,3 0 0 0 0,4 0 0 0 0,3 0 0 0 0,1 0 0 0 0,6 0 0 0 0,3 0 0 0 0,-1 0 0 0 0,-1 0 0 0 0,-1 0 0 0 0,2 0 0 0 0,2 0 0 0 0,-2 0 0 0 0,4 0 0 0 0,-1 0 0 0 0,4 0 0 0 0,-1 0 0 0 0,-3 0 0 0 0,3 0 0 0 0,-2 0 0 0 0,-7 0 0 0 0,1 0 0 0 0,-1 0 0 0 0,-1 0 0 0 0,0 0 0 0 0,-2 0 0 0 0,0 0 0 0 0,-1 0 0 0 0,1 0 0 0 0,-1 0 0 0 0,0 0 0 0 0,0 0 0 0 0,0 0 0 0 0,5 0 0 0 0,7 0 0 0 0,1 0 0 0 0,-1 0 0 0 0,-3 0 0 0 0,-8 0 0 0 0,6 0 0 0 0,12 0 0 0 0,13 0 0 0 0,11 0 0 0 0,9 0 0 0 0,5 0 0 0 0,4 0 0 0 0,1 0 0 0 0,0 0 0 0 0,0 0 0 0 0,-11 0 0 0 0,-13 0 0 0 0,-14 0 0 0 0,-11 0 0 0 0,-7 0 0 0 0,-5 0 0 0 0,3 0 0 0 0,10 0 0 0 0,14 0 0 0 0,11 0 0 0 0,10 0 0 0 0,7 0 0 0 0,3 0 0 0 0,8 0 0 0 0,7 0 0 0 0,2 0 0 0 0,17 0 0 0 0,10 0 0 0 0,6 0 0 0 0,11 0 0 0 0,9 0 0 0 0,10 0 0 0 0,5 0 0 0 0,4 0 0 0 0,-2 0 0 0 0,-7 0 0 0 0,-6 0 0 0 0,0 0 0 0 0,-8 0 0 0 0,-5 0 0 0 0,-7 0 0 0 0,-13 0 0 0 0,-13 0 0 0 0,-7 0 0 0 0,-6 0 0 0 0,0 0 0 0 0,12 0 0 0 0,12 0 0 0 0,9 0 0 0 0,8 0 0 0 0,8 0 0 0 0,5 0 0 0 0,16 0 0 0 0,8 0 0 0 0,-1 0 0 0 0,-6 0 0 0 0,-2 0 0 0 0,0 0 0 0 0,-4 0 0 0 0,-6 0 0 0 0,1 0 0 0 0,-3 0 0 0 0,-8 0 0 0 0,5 0 0 0 0,7 0 0 0 0,0 0 0 0 0,-7 0 0 0 0,-1 0 0 0 0,-1 0 0 0 0,4 0 0 0 0,9 0 0 0 0,2 0 0 0 0,-7 0 0 0 0,-8 0 0 0 0,-3 0 0 0 0,2 0 0 0 0,0 0 0 0 0,-1 0 0 0 0,-6 0 0 0 0,-3 0 0 0 0,-6 0 0 0 0,-6 0 0 0 0,0 0 0 0 0,-8 0 0 0 0,1 0 0 0 0,-1 0 0 0 0,-2 0 0 0 0,4 0 0 0 0,6 0 0 0 0,-4 0 0 0 0,16 0 0 0 0,4 0 0 0 0,2 0 0 0 0,0 0 0 0 0,1 0 0 0 0,-1 0 0 0 0,10 0 0 0 0,8 0 0 0 0,6 0 0 0 0,-2 0 0 0 0,-5 0 0 0 0,-5 0 0 0 0,-5 0 0 0 0,-4 0 0 0 0,-13 0 0 0 0,-15 0 0 0 0,-9 0 0 0 0,-9 0 0 0 0,-7 0 0 0 0,-6 0 0 0 0,-4 0 0 0 0,3 0 0 0 0,1 0 0 0 0,5 0 0 0 0,10 0 0 0 0,7 0 0 0 0,4 0 0 0 0,-3 0 0 0 0,4 0 0 0 0,1 0 0 0 0,0 0 0 0 0,-6 0 0 0 0,4 0 0 0 0,-5 0 0 0 0,-6 0 0 0 0,-7 0 0 0 0,-5 0 0 0 0,-5 0 0 0 0,-2 0 0 0 0,-1 0 0 0 0,-2 0 0 0 0,-4 0 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1"/>
    </inkml:context>
    <inkml:brush xml:id="br0">
      <inkml:brushProperty name="width" value="0.1" units="cm"/>
      <inkml:brushProperty name="height" value="0.1" units="cm"/>
      <inkml:brushProperty name="color" value="#E71224"/>
    </inkml:brush>
  </inkml:definitions>
  <inkml:trace contextRef="#ctx0" brushRef="#br0">12735 6943 16383 0 0,'91'0'0'0'0,"137"0"0"0"0,85 0 0 0 0,45 0 0 0 0,-7 0 0 0 0,-44 0 0 0 0,-64 0 0 0 0,-62 0 0 0 0,-53 0 0 0 0,-43 0 0 0 0,-25 0 0 0 0,-23 0 0 0 0,-3 0 0 0 0,8 0 0 0 0,12 0 0 0 0,13 0 0 0 0,19 0 0 0 0,16 0 0 0 0,6 0 0 0 0,4 0 0 0 0,-1 0 0 0 0,-4 0 0 0 0,10 0 0 0 0,0 0 0 0 0,0 0 0 0 0,-4 0 0 0 0,-6 0 0 0 0,-1 0 0 0 0,-14 0 0 0 0,-11 0 0 0 0,-6 0 0 0 0,-9 0 0 0 0,-7 0 0 0 0,-8 0 0 0 0,-2 0 0 0 0,-5 0 0 0 0,-4 0 0 0 0,-5 0 0 0 0,3 0 0 0 0,-1 0 0 0 0,-21 0 0 0 0,-34 0 0 0 0,-50 0 0 0 0,-73 0 0 0 0,-59 0 0 0 0,-51 0 0 0 0,-39 0 0 0 0,-35 0 0 0 0,-29 0 0 0 0,-15 0 0 0 0,-1 0 0 0 0,18 0 0 0 0,27 0 0 0 0,34 0 0 0 0,26 0 0 0 0,38 0 0 0 0,41 0 0 0 0,33 0 0 0 0,28 0 0 0 0,13 0 0 0 0,22 0 0 0 0,11 0 0 0 0,13 0 0 0 0,13 0 0 0 0,11 0 0 0 0,7 0 0 0 0,5 0 0 0 0,2 0 0 0 0,1 0 0 0 0,-1 0 0 0 0,1 0 0 0 0,-2 0 0 0 0,1 0 0 0 0,-2 0 0 0 0,11 0 0 0 0,13 0 0 0 0,33 0 0 0 0,37 0 0 0 0,38 0 0 0 0,53 0 0 0 0,35 0 0 0 0,26 0 0 0 0,22 0 0 0 0,10 0 0 0 0,0 0 0 0 0,-13 0 0 0 0,-15 0 0 0 0,-26 0 0 0 0,-24 0 0 0 0,-32 0 0 0 0,-29 0 0 0 0,-28 0 0 0 0,-23 0 0 0 0,-10 0 0 0 0,-10 0 0 0 0,-20 0 0 0 0,-24 0 0 0 0,-31 0 0 0 0,-45 0 0 0 0,-43 0 0 0 0,-62 0 0 0 0,-50 0 0 0 0,-40 0 0 0 0,-29 0 0 0 0,-8 0 0 0 0,-6 0 0 0 0,5 0 0 0 0,16 0 0 0 0,24 0 0 0 0,27 0 0 0 0,36 0 0 0 0,24 0 0 0 0,39 0 0 0 0,34 0 0 0 0,27 0 0 0 0,23 0 0 0 0,17 0 0 0 0,23 0 0 0 0,25 0 0 0 0,33 0 0 0 0,56 0 0 0 0,49 0 0 0 0,27 0 0 0 0,24 0 0 0 0,17 0 0 0 0,4 0 0 0 0,1 0 0 0 0,-5 0 0 0 0,-17 0 0 0 0,-15 0 0 0 0,-7 0 0 0 0,-12 0 0 0 0,-16 0 0 0 0,-18 0 0 0 0,-13 0 0 0 0,-15 0 0 0 0,-19 0 0 0 0,-16 0 0 0 0,-4 0 0 0 0,-4 0 0 0 0,-18 0 0 0 0,-28 0 0 0 0,-35 0 0 0 0,-34 0 0 0 0,-34 0 0 0 0,-48 0 0 0 0,-33 0 0 0 0,-43 0 0 0 0,-58 0 0 0 0,-43 0 0 0 0,-32 0 0 0 0,-12 0 0 0 0,2 0 0 0 0,22 0 0 0 0,44 0 0 0 0,53 0 0 0 0,38 0 0 0 0,45 0 0 0 0,44 0 0 0 0,33 0 0 0 0,27 0 0 0 0,17 0 0 0 0,12 0 0 0 0,6 0 0 0 0,2 0 0 0 0,-1 0 0 0 0,0 0 0 0 0,-7 0 0 0 0,-3 0 0 0 0,-6 0 0 0 0,-6 0 0 0 0,-6 0 0 0 0,7 0 0 0 0,0 0 0 0 0,-2 0 0 0 0,2 0 0 0 0,3 0 0 0 0,4 0 0 0 0,3 0 0 0 0,8 0 0 0 0,3 0 0 0 0,-4 0 0 0 0,-8 0 0 0 0,-2 0 0 0 0,-1 0 0 0 0,-3 0 0 0 0,1 0 0 0 0,6 0 0 0 0,5 0 0 0 0,2 0 0 0 0,1 0 0 0 0,0 0 0 0 0,5 0 0 0 0,0 0 0 0 0,0 0 0 0 0,3 0 0 0 0,10 0 0 0 0,21 0 0 0 0,25 0 0 0 0,31 0 0 0 0,49 0 0 0 0,46 0 0 0 0,40 0 0 0 0,32 0 0 0 0,21 0 0 0 0,3 0 0 0 0,3 0 0 0 0,-3 0 0 0 0,-20 0 0 0 0,-20 0 0 0 0,-17 0 0 0 0,-22 0 0 0 0,-22 0 0 0 0,-18 0 0 0 0,-16 0 0 0 0,-21 0 0 0 0,-11 0 0 0 0,-12 0 0 0 0,-9 0 0 0 0,-12 0 0 0 0,-11 0 0 0 0,-8 0 0 0 0,-6 0 0 0 0,-4 0 0 0 0,9 0 0 0 0,7 0 0 0 0,6 0 0 0 0,10 0 0 0 0,14 0 0 0 0,10 0 0 0 0,20 0 0 0 0,3 0 0 0 0,7 0 0 0 0,5 0 0 0 0,-8 0 0 0 0,-3 0 0 0 0,5 0 0 0 0,-7 0 0 0 0,-11 0 0 0 0,-13 0 0 0 0,-10 0 0 0 0,-12 0 0 0 0,-12 0 0 0 0,-5 0 0 0 0,-4 0 0 0 0,1 0 0 0 0,3 0 0 0 0,4 0 0 0 0,-1 0 0 0 0,2 0 0 0 0,-4 0 0 0 0,-3 0 0 0 0,-5 0 0 0 0,2 0 0 0 0,4 0 0 0 0,-1 0 0 0 0,4 0 0 0 0,2 0 0 0 0,4 0 0 0 0,-2 0 0 0 0,1 0 0 0 0,1 0 0 0 0,-4 0 0 0 0,1 0 0 0 0,-3 0 0 0 0,-5 0 0 0 0,0 0 0 0 0,-1 0 0 0 0,-3 0 0 0 0,-2 0 0 0 0,-3 0 0 0 0,-2 0 0 0 0,-1 0 0 0 0,-5 0 0 0 0,-8 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4060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ofia6002/Network-intrusion-detection-system_IBM_CLOUD"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7" Type="http://schemas.openxmlformats.org/officeDocument/2006/relationships/image" Target="../media/image6.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customXml" Target="../ink/ink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7" Type="http://schemas.openxmlformats.org/officeDocument/2006/relationships/image" Target="../media/image9.png"/><Relationship Id="rId2" Type="http://schemas.openxmlformats.org/officeDocument/2006/relationships/customXml" Target="../ink/ink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customXml" Target="../ink/ink4.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7" Type="http://schemas.openxmlformats.org/officeDocument/2006/relationships/image" Target="../media/image10.png"/><Relationship Id="rId2" Type="http://schemas.openxmlformats.org/officeDocument/2006/relationships/customXml" Target="../ink/ink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customXml" Target="../ink/ink6.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7" Type="http://schemas.openxmlformats.org/officeDocument/2006/relationships/image" Target="../media/image11.png"/><Relationship Id="rId2" Type="http://schemas.openxmlformats.org/officeDocument/2006/relationships/customXml" Target="../ink/ink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customXml" Target="../ink/ink8.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7" Type="http://schemas.openxmlformats.org/officeDocument/2006/relationships/image" Target="../media/image12.png"/><Relationship Id="rId2" Type="http://schemas.openxmlformats.org/officeDocument/2006/relationships/customXml" Target="../ink/ink9.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customXml" Target="../ink/ink10.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Machine Learning with IBM Cloud”</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A828B9EF-C084-F5D4-CA27-75AF7D995640}"/>
              </a:ext>
            </a:extLst>
          </p:cNvPr>
          <p:cNvSpPr txBox="1"/>
          <p:nvPr/>
        </p:nvSpPr>
        <p:spPr>
          <a:xfrm>
            <a:off x="1206164" y="1470870"/>
            <a:ext cx="10280254" cy="461665"/>
          </a:xfrm>
          <a:prstGeom prst="rect">
            <a:avLst/>
          </a:prstGeom>
          <a:noFill/>
        </p:spPr>
        <p:txBody>
          <a:bodyPr wrap="square" rtlCol="0">
            <a:spAutoFit/>
          </a:bodyPr>
          <a:lstStyle/>
          <a:p>
            <a:r>
              <a:rPr lang="en-US" sz="2400" b="1" dirty="0"/>
              <a:t>Domain of  Project – Security</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1359" y="555835"/>
            <a:ext cx="9581177" cy="461665"/>
          </a:xfrm>
          <a:prstGeom prst="rect">
            <a:avLst/>
          </a:prstGeom>
          <a:noFill/>
        </p:spPr>
        <p:txBody>
          <a:bodyPr wrap="square" rtlCol="0">
            <a:spAutoFit/>
          </a:bodyPr>
          <a:lstStyle/>
          <a:p>
            <a:r>
              <a:rPr lang="en-US" sz="2400" b="1" dirty="0">
                <a:latin typeface="+mn-lt"/>
              </a:rPr>
              <a:t>Project Tile –  </a:t>
            </a:r>
            <a:r>
              <a:rPr lang="en-US" sz="2400" dirty="0">
                <a:latin typeface="+mn-lt"/>
              </a:rPr>
              <a:t>Network Intrusion Detection </a:t>
            </a:r>
            <a:r>
              <a:rPr lang="en-US" sz="2400" b="1" dirty="0">
                <a:latin typeface="+mn-lt"/>
              </a:rPr>
              <a:t> </a:t>
            </a:r>
            <a:endParaRPr lang="en-IN" sz="2400" b="1" dirty="0">
              <a:highlight>
                <a:srgbClr val="FFFF00"/>
              </a:highlight>
              <a:latin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08837" y="864646"/>
            <a:ext cx="11357834" cy="5601533"/>
          </a:xfrm>
          <a:prstGeom prst="rect">
            <a:avLst/>
          </a:prstGeom>
          <a:noFill/>
        </p:spPr>
        <p:txBody>
          <a:bodyPr wrap="square" lIns="91440" tIns="45720" rIns="91440" bIns="45720" rtlCol="0" anchor="t">
            <a:spAutoFit/>
          </a:bodyPr>
          <a:lstStyle/>
          <a:p>
            <a:pPr fontAlgn="base"/>
            <a:r>
              <a:rPr lang="en-US" sz="2000" b="1" dirty="0"/>
              <a:t>Problem Statement: Network Intrusion Detection using Machine Learning</a:t>
            </a:r>
          </a:p>
          <a:p>
            <a:pPr>
              <a:lnSpc>
                <a:spcPct val="150000"/>
              </a:lnSpc>
            </a:pPr>
            <a:r>
              <a:rPr lang="en-US" sz="1800" dirty="0"/>
              <a:t>Network Intrusion Detection Systems (NIDS) are a critical line of defense for securing communication networks against cyber-attacks. As network traffic grows in volume and complexity, manually monitoring for malicious activity becomes impractical, and delayed detection can allow attacks such as denial-of-service, scanning, and unauthorized access attempts to cause significant damage before they are noticed. Your task is to design, build, and deploy a machine learning-based system that can analyze live network traffic and classify each connection as Normal or Anomalous in real time, using IBM Cloud Lite services for training and deployment. The goal is to create a working early-warning tool that captures real traffic, reconstructs the relevant connection features on the fly, and provides operators with an immediate classification and a recommended mitigation action — enabling faster, more reliable detection of malicious network activity than manual monitoring alone.</a:t>
            </a:r>
            <a:r>
              <a:rPr lang="en-US" sz="1200" dirty="0"/>
              <a:t> </a:t>
            </a:r>
            <a:r>
              <a:rPr lang="en-US" sz="1800" dirty="0"/>
              <a:t>While network attacks vary widely in type — including denial-of-service, scanning, and unauthorized access attempts — this project implements binary anomaly detection (Normal vs. Anomaly) based on the dataset explicitly provided for the task.</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351954" y="401529"/>
            <a:ext cx="7214616" cy="523220"/>
          </a:xfrm>
          <a:prstGeom prst="rect">
            <a:avLst/>
          </a:prstGeom>
          <a:noFill/>
        </p:spPr>
        <p:txBody>
          <a:bodyPr wrap="square" rtlCol="0">
            <a:spAutoFit/>
          </a:bodyPr>
          <a:lstStyle/>
          <a:p>
            <a:r>
              <a:rPr lang="en-US" sz="2800" b="1" dirty="0"/>
              <a:t>Problem statement No.40 </a:t>
            </a:r>
            <a:endParaRPr lang="en-IN" sz="4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23880" y="674734"/>
            <a:ext cx="11131336" cy="6806415"/>
          </a:xfrm>
          <a:prstGeom prst="rect">
            <a:avLst/>
          </a:prstGeom>
          <a:noFill/>
        </p:spPr>
        <p:txBody>
          <a:bodyPr wrap="square" lIns="91440" tIns="45720" rIns="91440" bIns="45720" rtlCol="0" anchor="t">
            <a:spAutoFit/>
          </a:bodyPr>
          <a:lstStyle/>
          <a:p>
            <a:r>
              <a:rPr lang="en-US" sz="2000" b="1" dirty="0"/>
              <a:t>(IBM Watson Studio – </a:t>
            </a:r>
            <a:r>
              <a:rPr lang="en-US" sz="2000" b="1" dirty="0" err="1"/>
              <a:t>AutoAI</a:t>
            </a:r>
            <a:r>
              <a:rPr lang="en-US" sz="2000" b="1" dirty="0"/>
              <a:t>):</a:t>
            </a:r>
            <a:endParaRPr lang="en-US" sz="2000" dirty="0"/>
          </a:p>
          <a:p>
            <a:pPr>
              <a:lnSpc>
                <a:spcPct val="150000"/>
              </a:lnSpc>
            </a:pPr>
            <a:r>
              <a:rPr lang="en-US" sz="2000" dirty="0"/>
              <a:t>We propose an AI-powered Network Intrusion Detection System using </a:t>
            </a:r>
            <a:r>
              <a:rPr lang="en-US" sz="2000" b="1" dirty="0"/>
              <a:t>IBM Watson Studio</a:t>
            </a:r>
            <a:r>
              <a:rPr lang="en-US" sz="2000" dirty="0"/>
              <a:t> and </a:t>
            </a:r>
            <a:r>
              <a:rPr lang="en-US" sz="2000" b="1" dirty="0" err="1"/>
              <a:t>AutoAI</a:t>
            </a:r>
            <a:r>
              <a:rPr lang="en-US" sz="2000" dirty="0"/>
              <a:t>.</a:t>
            </a:r>
          </a:p>
          <a:p>
            <a:pPr>
              <a:lnSpc>
                <a:spcPct val="150000"/>
              </a:lnSpc>
            </a:pPr>
            <a:r>
              <a:rPr lang="en-US" sz="2000" dirty="0"/>
              <a:t>Live network traffic will be captured locally and converted into connection-level feature records (duration, protocol, service, byte counts, connection rates, and error rates) using a custom flow aggregator, mirroring the NSL-KDD feature schema.</a:t>
            </a:r>
          </a:p>
          <a:p>
            <a:pPr>
              <a:lnSpc>
                <a:spcPct val="150000"/>
              </a:lnSpc>
            </a:pPr>
            <a:r>
              <a:rPr lang="en-US" sz="2000" b="1" dirty="0" err="1"/>
              <a:t>AutoAI</a:t>
            </a:r>
            <a:r>
              <a:rPr lang="en-US" sz="2000" dirty="0"/>
              <a:t> will automatically perform data preprocessing, algorithm selection, feature engineering, and hyperparameter optimization on the training dataset.</a:t>
            </a:r>
          </a:p>
          <a:p>
            <a:pPr>
              <a:lnSpc>
                <a:spcPct val="150000"/>
              </a:lnSpc>
            </a:pPr>
            <a:r>
              <a:rPr lang="en-US" sz="2000" dirty="0"/>
              <a:t>Multiple classification pipelines will be generated and evaluated to identify the best-performing model for distinguishing normal traffic from anomalous traffic.</a:t>
            </a:r>
          </a:p>
          <a:p>
            <a:pPr>
              <a:lnSpc>
                <a:spcPct val="150000"/>
              </a:lnSpc>
            </a:pPr>
            <a:r>
              <a:rPr lang="en-US" sz="2000" dirty="0"/>
              <a:t>The selected model will be deployed as a live REST scoring endpoint via </a:t>
            </a:r>
            <a:r>
              <a:rPr lang="en-US" sz="2000" b="1" dirty="0"/>
              <a:t>Watson Machine Learning</a:t>
            </a:r>
            <a:r>
              <a:rPr lang="en-US" sz="2000" dirty="0"/>
              <a:t>, enabling real-time classification of connections as they are captured — with each anomaly paired with a recommended mitigation action for the operator.</a:t>
            </a:r>
          </a:p>
          <a:p>
            <a:pPr>
              <a:lnSpc>
                <a:spcPct val="150000"/>
              </a:lnSpc>
            </a:pPr>
            <a:br>
              <a:rPr lang="en-US" sz="2000" dirty="0"/>
            </a:br>
            <a:r>
              <a:rPr lang="en-US" sz="2000" dirty="0"/>
              <a:t> </a:t>
            </a:r>
          </a:p>
        </p:txBody>
      </p:sp>
      <p:sp>
        <p:nvSpPr>
          <p:cNvPr id="3" name="TextBox 2">
            <a:extLst>
              <a:ext uri="{FF2B5EF4-FFF2-40B4-BE49-F238E27FC236}">
                <a16:creationId xmlns:a16="http://schemas.microsoft.com/office/drawing/2014/main" id="{527F30CC-07EF-8FCC-DA00-C9212F5DAECE}"/>
              </a:ext>
            </a:extLst>
          </p:cNvPr>
          <p:cNvSpPr txBox="1"/>
          <p:nvPr/>
        </p:nvSpPr>
        <p:spPr>
          <a:xfrm>
            <a:off x="158538" y="203047"/>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582168" y="1475232"/>
            <a:ext cx="10515600" cy="3847207"/>
          </a:xfrm>
          <a:prstGeom prst="rect">
            <a:avLst/>
          </a:prstGeom>
          <a:noFill/>
        </p:spPr>
        <p:txBody>
          <a:bodyPr wrap="square" lIns="91440" tIns="45720" rIns="91440" bIns="45720" rtlCol="0" anchor="t">
            <a:spAutoFit/>
          </a:bodyPr>
          <a:lstStyle/>
          <a:p>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a:t>
            </a:r>
            <a:r>
              <a:rPr lang="en-US" sz="1800" dirty="0" err="1"/>
              <a:t>Nutrion</a:t>
            </a:r>
            <a:r>
              <a:rPr lang="en-US" sz="1800" dirty="0"/>
              <a:t>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ML Algorithm/Model Used:</a:t>
            </a:r>
            <a:r>
              <a:rPr lang="en-US" sz="1800" dirty="0"/>
              <a:t> Snap Random Forest Classifier (Batched Tree Ensemble), selected automatically by </a:t>
            </a:r>
            <a:r>
              <a:rPr lang="en-US" sz="1800" dirty="0" err="1"/>
              <a:t>AutoAI</a:t>
            </a:r>
            <a:r>
              <a:rPr lang="en-US" sz="1800" dirty="0"/>
              <a:t> from the generated pipeline leaderboard</a:t>
            </a:r>
          </a:p>
          <a:p>
            <a:pPr marL="285750" indent="-285750">
              <a:buFont typeface="Arial" panose="020B0604020202020204" pitchFamily="34" charset="0"/>
              <a:buChar char="•"/>
            </a:pPr>
            <a:r>
              <a:rPr lang="en-US" sz="1800" b="1" dirty="0"/>
              <a:t>Accuracy Obtained:</a:t>
            </a:r>
            <a:r>
              <a:rPr lang="en-US" sz="1800" dirty="0"/>
              <a:t> 99.6% (cross-validated, from </a:t>
            </a:r>
            <a:r>
              <a:rPr lang="en-US" sz="1800" dirty="0" err="1"/>
              <a:t>AutoAI's</a:t>
            </a:r>
            <a:r>
              <a:rPr lang="en-US" sz="1800" dirty="0"/>
              <a:t> pipeline leaderboard). </a:t>
            </a:r>
          </a:p>
          <a:p>
            <a:pPr marL="285750" indent="-285750">
              <a:buFont typeface="Arial" panose="020B0604020202020204" pitchFamily="34" charset="0"/>
              <a:buChar char="•"/>
            </a:pPr>
            <a:r>
              <a:rPr lang="en-US" sz="1800" b="1" dirty="0"/>
              <a:t>Enhancements and Hyperparameter Tuning:</a:t>
            </a:r>
            <a:r>
              <a:rPr lang="en-US" sz="1800" dirty="0"/>
              <a:t> HPO-1, Feature Engineering (FE), HPO-2, and Batching, as applied by </a:t>
            </a:r>
            <a:r>
              <a:rPr lang="en-US" sz="1800" dirty="0" err="1"/>
              <a:t>AutoAI</a:t>
            </a:r>
            <a:r>
              <a:rPr lang="en-US" sz="1800" dirty="0"/>
              <a:t> to the top-ranked pipeline</a:t>
            </a:r>
          </a:p>
          <a:p>
            <a:pPr marL="285750" indent="-285750">
              <a:buFont typeface="Arial" panose="020B0604020202020204" pitchFamily="34" charset="0"/>
              <a:buChar char="•"/>
            </a:pPr>
            <a:r>
              <a:rPr lang="en-US" sz="1800" dirty="0"/>
              <a:t>Python : for network </a:t>
            </a:r>
            <a:r>
              <a:rPr lang="en-US" sz="1800" dirty="0" err="1"/>
              <a:t>loging</a:t>
            </a:r>
            <a:endParaRPr lang="en-US" sz="1800" dirty="0"/>
          </a:p>
          <a:p>
            <a:pPr marL="285750" indent="-285750">
              <a:buFont typeface="Arial" panose="020B0604020202020204" pitchFamily="34" charset="0"/>
              <a:buChar char="•"/>
            </a:pPr>
            <a:r>
              <a:rPr lang="en-US" sz="1800" dirty="0" err="1"/>
              <a:t>streamlit</a:t>
            </a:r>
            <a:r>
              <a:rPr lang="en-US" sz="1800" dirty="0"/>
              <a:t>: for dashboard</a:t>
            </a:r>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Training Screenshots-</a:t>
            </a:r>
            <a:endParaRPr sz="2400" b="1">
              <a:sym typeface="Times New Roman"/>
            </a:endParaRPr>
          </a:p>
        </p:txBody>
      </p:sp>
      <p:pic>
        <p:nvPicPr>
          <p:cNvPr id="6" name="Picture 5">
            <a:extLst>
              <a:ext uri="{FF2B5EF4-FFF2-40B4-BE49-F238E27FC236}">
                <a16:creationId xmlns:a16="http://schemas.microsoft.com/office/drawing/2014/main" id="{D7802E1C-9180-6E3E-F407-E121CD8C41C6}"/>
              </a:ext>
            </a:extLst>
          </p:cNvPr>
          <p:cNvPicPr>
            <a:picLocks noChangeAspect="1"/>
          </p:cNvPicPr>
          <p:nvPr/>
        </p:nvPicPr>
        <p:blipFill>
          <a:blip r:embed="rId3"/>
          <a:stretch>
            <a:fillRect/>
          </a:stretch>
        </p:blipFill>
        <p:spPr>
          <a:xfrm>
            <a:off x="884903" y="965146"/>
            <a:ext cx="10433499" cy="5276525"/>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074B16-9C31-553D-B75A-1EE546E93195}"/>
              </a:ext>
            </a:extLst>
          </p:cNvPr>
          <p:cNvPicPr>
            <a:picLocks noChangeAspect="1"/>
          </p:cNvPicPr>
          <p:nvPr/>
        </p:nvPicPr>
        <p:blipFill>
          <a:blip r:embed="rId2"/>
          <a:stretch>
            <a:fillRect/>
          </a:stretch>
        </p:blipFill>
        <p:spPr>
          <a:xfrm>
            <a:off x="0" y="355600"/>
            <a:ext cx="12192000" cy="6146800"/>
          </a:xfrm>
          <a:prstGeom prst="rect">
            <a:avLst/>
          </a:prstGeom>
        </p:spPr>
      </p:pic>
    </p:spTree>
    <p:extLst>
      <p:ext uri="{BB962C8B-B14F-4D97-AF65-F5344CB8AC3E}">
        <p14:creationId xmlns:p14="http://schemas.microsoft.com/office/powerpoint/2010/main" val="4131469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Best Model Screenshot:</a:t>
            </a:r>
          </a:p>
        </p:txBody>
      </p:sp>
      <p:pic>
        <p:nvPicPr>
          <p:cNvPr id="6" name="Picture 5">
            <a:extLst>
              <a:ext uri="{FF2B5EF4-FFF2-40B4-BE49-F238E27FC236}">
                <a16:creationId xmlns:a16="http://schemas.microsoft.com/office/drawing/2014/main" id="{C64C4C49-7F60-DBFF-D189-36E1451AA4FA}"/>
              </a:ext>
            </a:extLst>
          </p:cNvPr>
          <p:cNvPicPr>
            <a:picLocks noChangeAspect="1"/>
          </p:cNvPicPr>
          <p:nvPr/>
        </p:nvPicPr>
        <p:blipFill>
          <a:blip r:embed="rId3"/>
          <a:stretch>
            <a:fillRect/>
          </a:stretch>
        </p:blipFill>
        <p:spPr>
          <a:xfrm>
            <a:off x="410920" y="771747"/>
            <a:ext cx="11781080" cy="47001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959763-B5B5-22E5-733E-B3F05D391F6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Testing Screenshot:</a:t>
            </a:r>
          </a:p>
        </p:txBody>
      </p:sp>
      <p:pic>
        <p:nvPicPr>
          <p:cNvPr id="4" name="Picture 3">
            <a:extLst>
              <a:ext uri="{FF2B5EF4-FFF2-40B4-BE49-F238E27FC236}">
                <a16:creationId xmlns:a16="http://schemas.microsoft.com/office/drawing/2014/main" id="{672BB3DD-C4F4-AFDA-49F9-04BF195596E8}"/>
              </a:ext>
            </a:extLst>
          </p:cNvPr>
          <p:cNvPicPr>
            <a:picLocks noChangeAspect="1"/>
          </p:cNvPicPr>
          <p:nvPr/>
        </p:nvPicPr>
        <p:blipFill>
          <a:blip r:embed="rId3"/>
          <a:stretch>
            <a:fillRect/>
          </a:stretch>
        </p:blipFill>
        <p:spPr>
          <a:xfrm>
            <a:off x="537590" y="793777"/>
            <a:ext cx="11316929" cy="5740984"/>
          </a:xfrm>
          <a:prstGeom prst="rect">
            <a:avLst/>
          </a:prstGeom>
        </p:spPr>
      </p:pic>
    </p:spTree>
    <p:extLst>
      <p:ext uri="{BB962C8B-B14F-4D97-AF65-F5344CB8AC3E}">
        <p14:creationId xmlns:p14="http://schemas.microsoft.com/office/powerpoint/2010/main" val="3866656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DC2F13-C09F-1D50-6289-15F22A1D77FA}"/>
              </a:ext>
            </a:extLst>
          </p:cNvPr>
          <p:cNvSpPr txBox="1"/>
          <p:nvPr/>
        </p:nvSpPr>
        <p:spPr>
          <a:xfrm>
            <a:off x="414759" y="207380"/>
            <a:ext cx="281650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Calibri"/>
              </a:rPr>
              <a:t>Testing Screenshot:</a:t>
            </a:r>
            <a:endParaRPr lang="en-US"/>
          </a:p>
          <a:p>
            <a:pPr algn="ctr"/>
            <a:endParaRPr lang="en-US"/>
          </a:p>
        </p:txBody>
      </p:sp>
      <p:pic>
        <p:nvPicPr>
          <p:cNvPr id="3" name="Picture 2">
            <a:extLst>
              <a:ext uri="{FF2B5EF4-FFF2-40B4-BE49-F238E27FC236}">
                <a16:creationId xmlns:a16="http://schemas.microsoft.com/office/drawing/2014/main" id="{A025928D-7751-CCB0-54EB-1710DBD9FA93}"/>
              </a:ext>
            </a:extLst>
          </p:cNvPr>
          <p:cNvPicPr>
            <a:picLocks noChangeAspect="1"/>
          </p:cNvPicPr>
          <p:nvPr/>
        </p:nvPicPr>
        <p:blipFill>
          <a:blip r:embed="rId2"/>
          <a:stretch>
            <a:fillRect/>
          </a:stretch>
        </p:blipFill>
        <p:spPr>
          <a:xfrm>
            <a:off x="414759" y="879986"/>
            <a:ext cx="11541267" cy="5770634"/>
          </a:xfrm>
          <a:prstGeom prst="rect">
            <a:avLst/>
          </a:prstGeom>
        </p:spPr>
      </p:pic>
    </p:spTree>
    <p:extLst>
      <p:ext uri="{BB962C8B-B14F-4D97-AF65-F5344CB8AC3E}">
        <p14:creationId xmlns:p14="http://schemas.microsoft.com/office/powerpoint/2010/main" val="3021295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769628" cy="4093428"/>
          </a:xfrm>
          <a:prstGeom prst="rect">
            <a:avLst/>
          </a:prstGeom>
          <a:noFill/>
        </p:spPr>
        <p:txBody>
          <a:bodyPr wrap="square" lIns="91440" tIns="45720" rIns="91440" bIns="45720" rtlCol="0" anchor="t">
            <a:spAutoFit/>
          </a:bodyPr>
          <a:lstStyle/>
          <a:p>
            <a:pPr marL="285750" indent="-285750">
              <a:buChar char="•"/>
            </a:pPr>
            <a:r>
              <a:rPr lang="en-US" sz="2000" dirty="0"/>
              <a:t>The solution automates network intrusion detection by classifying live traffic in real time, removing the need for manual, continuous monitoring by a human operator.</a:t>
            </a:r>
          </a:p>
          <a:p>
            <a:pPr marL="285750" indent="-285750">
              <a:buChar char="•"/>
            </a:pPr>
            <a:r>
              <a:rPr lang="en-US" sz="2000" dirty="0"/>
              <a:t> It uses IBM Watson Studio </a:t>
            </a:r>
            <a:r>
              <a:rPr lang="en-US" sz="2000" dirty="0" err="1"/>
              <a:t>AutoAI</a:t>
            </a:r>
            <a:r>
              <a:rPr lang="en-US" sz="2000" dirty="0"/>
              <a:t> to automatically discover the best-performing classification model without manually coding or tuning individual algorithms.</a:t>
            </a:r>
          </a:p>
          <a:p>
            <a:pPr marL="285750" indent="-285750">
              <a:buChar char="•"/>
            </a:pPr>
            <a:r>
              <a:rPr lang="en-US" sz="2000" dirty="0"/>
              <a:t> A custom flow aggregator reconstructs connection-level features directly from raw live packets, enabling detection on real captured traffic rather than only static, pre-recorded test records.</a:t>
            </a:r>
          </a:p>
          <a:p>
            <a:pPr marL="285750" indent="-285750">
              <a:buChar char="•"/>
            </a:pPr>
            <a:r>
              <a:rPr lang="en-US" sz="2000" dirty="0"/>
              <a:t> Each detected anomaly is paired with a rule-based heuristic layer that estimates the likely attack pattern (e.g. scanning-like or flood-like behavior), giving operators additional context beyond a simple normal/anomaly label. </a:t>
            </a:r>
          </a:p>
          <a:p>
            <a:pPr marL="285750" indent="-285750">
              <a:buChar char="•"/>
            </a:pPr>
            <a:r>
              <a:rPr lang="en-US" sz="2000" dirty="0"/>
              <a:t>The system provides a live operator dashboard with real-time alerts and clear, human-reviewed mitigation recommendations — ensuring consistent, immediate response guidance rather than delayed manual log review.</a:t>
            </a:r>
            <a:endParaRPr lang="en-IN" sz="2000"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AD150902-04F4-DA84-E203-A1DBE5C1A1F2}"/>
              </a:ext>
            </a:extLst>
          </p:cNvPr>
          <p:cNvSpPr txBox="1"/>
          <p:nvPr/>
        </p:nvSpPr>
        <p:spPr>
          <a:xfrm>
            <a:off x="1218725" y="1631539"/>
            <a:ext cx="9214579" cy="830997"/>
          </a:xfrm>
          <a:prstGeom prst="rect">
            <a:avLst/>
          </a:prstGeom>
          <a:noFill/>
        </p:spPr>
        <p:txBody>
          <a:bodyPr wrap="square">
            <a:spAutoFit/>
          </a:bodyPr>
          <a:lstStyle/>
          <a:p>
            <a:r>
              <a:rPr lang="en-US" sz="2400" dirty="0">
                <a:hlinkClick r:id="rId3"/>
              </a:rPr>
              <a:t>https://github.com/Sofia6002/Network-intrusion-detection-system_IBM_CLOUD</a:t>
            </a:r>
            <a:endParaRPr lang="en-US" sz="2400" dirty="0"/>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285750" indent="-285750">
              <a:lnSpc>
                <a:spcPct val="150000"/>
              </a:lnSpc>
              <a:buFont typeface="Arial"/>
              <a:buChar char="•"/>
            </a:pPr>
            <a:r>
              <a:rPr lang="en-US" sz="1850">
                <a:solidFill>
                  <a:srgbClr val="2B3541"/>
                </a:solidFill>
              </a:rPr>
              <a:t>The system can be integrated with government portals to automate the end-to-end NSAP application verification process. </a:t>
            </a:r>
            <a:endParaRPr lang="en-US"/>
          </a:p>
          <a:p>
            <a:pPr marL="285750" indent="-285750">
              <a:lnSpc>
                <a:spcPct val="150000"/>
              </a:lnSpc>
              <a:buFont typeface="Arial"/>
              <a:buChar char="•"/>
            </a:pPr>
            <a:r>
              <a:rPr lang="en-US" sz="1850">
                <a:solidFill>
                  <a:srgbClr val="2B3541"/>
                </a:solidFill>
              </a:rPr>
              <a:t>Additional welfare schemes can be included, enabling a unified AI-based beneficiary recommendation platform. </a:t>
            </a:r>
            <a:endParaRPr lang="en-US"/>
          </a:p>
          <a:p>
            <a:pPr marL="285750" indent="-285750">
              <a:lnSpc>
                <a:spcPct val="150000"/>
              </a:lnSpc>
              <a:buFont typeface="Arial"/>
              <a:buChar char="•"/>
            </a:pPr>
            <a:r>
              <a:rPr lang="en-US" sz="1850">
                <a:solidFill>
                  <a:srgbClr val="2B3541"/>
                </a:solidFill>
              </a:rPr>
              <a:t>Real-time data integration with Aadhaar and other government databases can improve eligibility validation and fraud detection. </a:t>
            </a:r>
            <a:endParaRPr lang="en-US"/>
          </a:p>
          <a:p>
            <a:pPr marL="285750" indent="-285750">
              <a:lnSpc>
                <a:spcPct val="150000"/>
              </a:lnSpc>
              <a:buFont typeface="Arial"/>
              <a:buChar char="•"/>
            </a:pPr>
            <a:r>
              <a:rPr lang="en-US" sz="1850">
                <a:solidFill>
                  <a:srgbClr val="2B3541"/>
                </a:solidFill>
              </a:rPr>
              <a:t>Advanced AI models in IBM watsonx.ai can be used to continuously improve prediction accuracy as new data becomes available. </a:t>
            </a:r>
            <a:endParaRPr lang="en-US"/>
          </a:p>
          <a:p>
            <a:pPr marL="285750" indent="-285750">
              <a:lnSpc>
                <a:spcPct val="150000"/>
              </a:lnSpc>
              <a:buFont typeface="Arial"/>
              <a:buChar char="•"/>
            </a:pPr>
            <a:r>
              <a:rPr lang="en-US" sz="1850">
                <a:solidFill>
                  <a:srgbClr val="2B3541"/>
                </a:solidFill>
              </a:rPr>
              <a:t>The solution can be scaled nationwide to support faster, transparent, and data-driven welfare distribution across multiple social security programs</a:t>
            </a:r>
            <a:endParaRPr lang="en-US"/>
          </a:p>
          <a:p>
            <a:pPr marL="0" marR="0" lvl="0" indent="0" algn="l">
              <a:lnSpc>
                <a:spcPct val="150000"/>
              </a:lnSpc>
              <a:spcBef>
                <a:spcPts val="0"/>
              </a:spcBef>
              <a:spcAft>
                <a:spcPts val="0"/>
              </a:spcAft>
              <a:buSzPts val="1850"/>
              <a:buFont typeface="Times New Roman"/>
              <a:buNone/>
            </a:pPr>
            <a:endParaRPr lang="en-US" sz="1850" b="1">
              <a:solidFill>
                <a:srgbClr val="2B3541"/>
              </a:solidFill>
              <a:latin typeface="Times New Roman"/>
              <a:cs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327949" y="842535"/>
            <a:ext cx="638996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fontAlgn="base"/>
            <a:r>
              <a:rPr lang="en-US" sz="2400" dirty="0"/>
              <a:t>Getting Started with Artificial Intelligence</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1C488599-1CDB-6479-4ED5-FDEEC38049D9}"/>
                  </a:ext>
                </a:extLst>
              </p14:cNvPr>
              <p14:cNvContentPartPr/>
              <p14:nvPr/>
            </p14:nvContentPartPr>
            <p14:xfrm>
              <a:off x="3048334" y="3639298"/>
              <a:ext cx="3513095" cy="16098"/>
            </p14:xfrm>
          </p:contentPart>
        </mc:Choice>
        <mc:Fallback xmlns="">
          <p:pic>
            <p:nvPicPr>
              <p:cNvPr id="2" name="Ink 1">
                <a:extLst>
                  <a:ext uri="{FF2B5EF4-FFF2-40B4-BE49-F238E27FC236}">
                    <a16:creationId xmlns:a16="http://schemas.microsoft.com/office/drawing/2014/main" id="{1C488599-1CDB-6479-4ED5-FDEEC38049D9}"/>
                  </a:ext>
                </a:extLst>
              </p:cNvPr>
              <p:cNvPicPr/>
              <p:nvPr/>
            </p:nvPicPr>
            <p:blipFill>
              <a:blip r:embed="rId4"/>
              <a:stretch>
                <a:fillRect/>
              </a:stretch>
            </p:blipFill>
            <p:spPr>
              <a:xfrm>
                <a:off x="3030337" y="2834398"/>
                <a:ext cx="3548730" cy="1609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66AD5D31-EDA5-2C50-7CE9-7D1E60A89F54}"/>
                  </a:ext>
                </a:extLst>
              </p14:cNvPr>
              <p14:cNvContentPartPr/>
              <p14:nvPr/>
            </p14:nvContentPartPr>
            <p14:xfrm>
              <a:off x="3338890" y="3210002"/>
              <a:ext cx="3042822" cy="16098"/>
            </p14:xfrm>
          </p:contentPart>
        </mc:Choice>
        <mc:Fallback xmlns="">
          <p:pic>
            <p:nvPicPr>
              <p:cNvPr id="5" name="Ink 4">
                <a:extLst>
                  <a:ext uri="{FF2B5EF4-FFF2-40B4-BE49-F238E27FC236}">
                    <a16:creationId xmlns:a16="http://schemas.microsoft.com/office/drawing/2014/main" id="{66AD5D31-EDA5-2C50-7CE9-7D1E60A89F54}"/>
                  </a:ext>
                </a:extLst>
              </p:cNvPr>
              <p:cNvPicPr/>
              <p:nvPr/>
            </p:nvPicPr>
            <p:blipFill>
              <a:blip r:embed="rId6"/>
              <a:stretch>
                <a:fillRect/>
              </a:stretch>
            </p:blipFill>
            <p:spPr>
              <a:xfrm>
                <a:off x="3320892" y="2405102"/>
                <a:ext cx="3078459" cy="1609800"/>
              </a:xfrm>
              <a:prstGeom prst="rect">
                <a:avLst/>
              </a:prstGeom>
            </p:spPr>
          </p:pic>
        </mc:Fallback>
      </mc:AlternateContent>
      <p:pic>
        <p:nvPicPr>
          <p:cNvPr id="8" name="Picture 7">
            <a:extLst>
              <a:ext uri="{FF2B5EF4-FFF2-40B4-BE49-F238E27FC236}">
                <a16:creationId xmlns:a16="http://schemas.microsoft.com/office/drawing/2014/main" id="{EC24E8A6-CB77-9570-8805-00B60AD3777E}"/>
              </a:ext>
            </a:extLst>
          </p:cNvPr>
          <p:cNvPicPr>
            <a:picLocks noChangeAspect="1"/>
          </p:cNvPicPr>
          <p:nvPr/>
        </p:nvPicPr>
        <p:blipFill>
          <a:blip r:embed="rId7"/>
          <a:srcRect l="2378" t="3731" r="2107" b="4857"/>
          <a:stretch>
            <a:fillRect/>
          </a:stretch>
        </p:blipFill>
        <p:spPr>
          <a:xfrm>
            <a:off x="2645664" y="1367169"/>
            <a:ext cx="6632448" cy="4888992"/>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40DCF-62B1-4717-357B-417AA9F424A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7A03320-5FE9-1224-EE70-92B93381A3F1}"/>
              </a:ext>
            </a:extLst>
          </p:cNvPr>
          <p:cNvSpPr txBox="1"/>
          <p:nvPr/>
        </p:nvSpPr>
        <p:spPr>
          <a:xfrm>
            <a:off x="327949" y="842535"/>
            <a:ext cx="638996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fontAlgn="base"/>
            <a:r>
              <a:rPr lang="en-US" sz="2000" dirty="0"/>
              <a:t>Getting Started with Cybersecurity (Earn a credential!)</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48EDF375-D38B-D287-194E-FF5D8A3DEAF3}"/>
                  </a:ext>
                </a:extLst>
              </p14:cNvPr>
              <p14:cNvContentPartPr/>
              <p14:nvPr/>
            </p14:nvContentPartPr>
            <p14:xfrm>
              <a:off x="3048334" y="3639298"/>
              <a:ext cx="3513095" cy="16098"/>
            </p14:xfrm>
          </p:contentPart>
        </mc:Choice>
        <mc:Fallback xmlns="">
          <p:pic>
            <p:nvPicPr>
              <p:cNvPr id="2" name="Ink 1">
                <a:extLst>
                  <a:ext uri="{FF2B5EF4-FFF2-40B4-BE49-F238E27FC236}">
                    <a16:creationId xmlns:a16="http://schemas.microsoft.com/office/drawing/2014/main" id="{1C488599-1CDB-6479-4ED5-FDEEC38049D9}"/>
                  </a:ext>
                </a:extLst>
              </p:cNvPr>
              <p:cNvPicPr/>
              <p:nvPr/>
            </p:nvPicPr>
            <p:blipFill>
              <a:blip r:embed="rId4"/>
              <a:stretch>
                <a:fillRect/>
              </a:stretch>
            </p:blipFill>
            <p:spPr>
              <a:xfrm>
                <a:off x="3030337" y="2834398"/>
                <a:ext cx="3548730" cy="1609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1221080F-82D7-A0D6-6C95-533EBFE96977}"/>
                  </a:ext>
                </a:extLst>
              </p14:cNvPr>
              <p14:cNvContentPartPr/>
              <p14:nvPr/>
            </p14:nvContentPartPr>
            <p14:xfrm>
              <a:off x="3338890" y="3210002"/>
              <a:ext cx="3042822" cy="16098"/>
            </p14:xfrm>
          </p:contentPart>
        </mc:Choice>
        <mc:Fallback xmlns="">
          <p:pic>
            <p:nvPicPr>
              <p:cNvPr id="5" name="Ink 4">
                <a:extLst>
                  <a:ext uri="{FF2B5EF4-FFF2-40B4-BE49-F238E27FC236}">
                    <a16:creationId xmlns:a16="http://schemas.microsoft.com/office/drawing/2014/main" id="{66AD5D31-EDA5-2C50-7CE9-7D1E60A89F54}"/>
                  </a:ext>
                </a:extLst>
              </p:cNvPr>
              <p:cNvPicPr/>
              <p:nvPr/>
            </p:nvPicPr>
            <p:blipFill>
              <a:blip r:embed="rId6"/>
              <a:stretch>
                <a:fillRect/>
              </a:stretch>
            </p:blipFill>
            <p:spPr>
              <a:xfrm>
                <a:off x="3320892" y="2405102"/>
                <a:ext cx="3078459" cy="1609800"/>
              </a:xfrm>
              <a:prstGeom prst="rect">
                <a:avLst/>
              </a:prstGeom>
            </p:spPr>
          </p:pic>
        </mc:Fallback>
      </mc:AlternateContent>
      <p:pic>
        <p:nvPicPr>
          <p:cNvPr id="7" name="Picture 6">
            <a:extLst>
              <a:ext uri="{FF2B5EF4-FFF2-40B4-BE49-F238E27FC236}">
                <a16:creationId xmlns:a16="http://schemas.microsoft.com/office/drawing/2014/main" id="{BC78FBBA-979F-8A28-979C-84F5B75C13E3}"/>
              </a:ext>
            </a:extLst>
          </p:cNvPr>
          <p:cNvPicPr>
            <a:picLocks noChangeAspect="1"/>
          </p:cNvPicPr>
          <p:nvPr/>
        </p:nvPicPr>
        <p:blipFill>
          <a:blip r:embed="rId7"/>
          <a:stretch>
            <a:fillRect/>
          </a:stretch>
        </p:blipFill>
        <p:spPr>
          <a:xfrm>
            <a:off x="2102277" y="1242645"/>
            <a:ext cx="7300307" cy="5469716"/>
          </a:xfrm>
          <a:prstGeom prst="rect">
            <a:avLst/>
          </a:prstGeom>
        </p:spPr>
      </p:pic>
      <p:sp>
        <p:nvSpPr>
          <p:cNvPr id="10" name="TextBox 9">
            <a:extLst>
              <a:ext uri="{FF2B5EF4-FFF2-40B4-BE49-F238E27FC236}">
                <a16:creationId xmlns:a16="http://schemas.microsoft.com/office/drawing/2014/main" id="{291C9F29-B0A1-9D52-0E57-F6DB4D08AC9F}"/>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spTree>
    <p:extLst>
      <p:ext uri="{BB962C8B-B14F-4D97-AF65-F5344CB8AC3E}">
        <p14:creationId xmlns:p14="http://schemas.microsoft.com/office/powerpoint/2010/main" val="3001620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F4C7C-5E08-5D4F-3635-DEEC8DC341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FE67289-342E-3F98-7F6B-B6EE3FE0EE52}"/>
              </a:ext>
            </a:extLst>
          </p:cNvPr>
          <p:cNvSpPr txBox="1"/>
          <p:nvPr/>
        </p:nvSpPr>
        <p:spPr>
          <a:xfrm>
            <a:off x="327949" y="842535"/>
            <a:ext cx="638996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fontAlgn="base"/>
            <a:r>
              <a:rPr lang="en-US" sz="2000" dirty="0"/>
              <a:t>Level Up Cybersecurity with Generative AI</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73EC44C2-B03B-6380-E3C4-EF0E51B39982}"/>
                  </a:ext>
                </a:extLst>
              </p14:cNvPr>
              <p14:cNvContentPartPr/>
              <p14:nvPr/>
            </p14:nvContentPartPr>
            <p14:xfrm>
              <a:off x="3048334" y="3639298"/>
              <a:ext cx="3513095" cy="16098"/>
            </p14:xfrm>
          </p:contentPart>
        </mc:Choice>
        <mc:Fallback xmlns="">
          <p:pic>
            <p:nvPicPr>
              <p:cNvPr id="2" name="Ink 1">
                <a:extLst>
                  <a:ext uri="{FF2B5EF4-FFF2-40B4-BE49-F238E27FC236}">
                    <a16:creationId xmlns:a16="http://schemas.microsoft.com/office/drawing/2014/main" id="{1C488599-1CDB-6479-4ED5-FDEEC38049D9}"/>
                  </a:ext>
                </a:extLst>
              </p:cNvPr>
              <p:cNvPicPr/>
              <p:nvPr/>
            </p:nvPicPr>
            <p:blipFill>
              <a:blip r:embed="rId4"/>
              <a:stretch>
                <a:fillRect/>
              </a:stretch>
            </p:blipFill>
            <p:spPr>
              <a:xfrm>
                <a:off x="3030337" y="2834398"/>
                <a:ext cx="3548730" cy="1609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FB33D227-A959-72DD-68BF-6C329DED31F9}"/>
                  </a:ext>
                </a:extLst>
              </p14:cNvPr>
              <p14:cNvContentPartPr/>
              <p14:nvPr/>
            </p14:nvContentPartPr>
            <p14:xfrm>
              <a:off x="3338890" y="3210002"/>
              <a:ext cx="3042822" cy="16098"/>
            </p14:xfrm>
          </p:contentPart>
        </mc:Choice>
        <mc:Fallback xmlns="">
          <p:pic>
            <p:nvPicPr>
              <p:cNvPr id="5" name="Ink 4">
                <a:extLst>
                  <a:ext uri="{FF2B5EF4-FFF2-40B4-BE49-F238E27FC236}">
                    <a16:creationId xmlns:a16="http://schemas.microsoft.com/office/drawing/2014/main" id="{66AD5D31-EDA5-2C50-7CE9-7D1E60A89F54}"/>
                  </a:ext>
                </a:extLst>
              </p:cNvPr>
              <p:cNvPicPr/>
              <p:nvPr/>
            </p:nvPicPr>
            <p:blipFill>
              <a:blip r:embed="rId6"/>
              <a:stretch>
                <a:fillRect/>
              </a:stretch>
            </p:blipFill>
            <p:spPr>
              <a:xfrm>
                <a:off x="3320892" y="2405102"/>
                <a:ext cx="3078459" cy="1609800"/>
              </a:xfrm>
              <a:prstGeom prst="rect">
                <a:avLst/>
              </a:prstGeom>
            </p:spPr>
          </p:pic>
        </mc:Fallback>
      </mc:AlternateContent>
      <p:pic>
        <p:nvPicPr>
          <p:cNvPr id="7" name="Picture 6">
            <a:extLst>
              <a:ext uri="{FF2B5EF4-FFF2-40B4-BE49-F238E27FC236}">
                <a16:creationId xmlns:a16="http://schemas.microsoft.com/office/drawing/2014/main" id="{633FA782-8A91-941A-7EB7-A908A0EDDF5F}"/>
              </a:ext>
            </a:extLst>
          </p:cNvPr>
          <p:cNvPicPr>
            <a:picLocks noChangeAspect="1"/>
          </p:cNvPicPr>
          <p:nvPr/>
        </p:nvPicPr>
        <p:blipFill>
          <a:blip r:embed="rId7"/>
          <a:stretch>
            <a:fillRect/>
          </a:stretch>
        </p:blipFill>
        <p:spPr>
          <a:xfrm>
            <a:off x="2298357" y="1778424"/>
            <a:ext cx="7037508" cy="4375241"/>
          </a:xfrm>
          <a:prstGeom prst="rect">
            <a:avLst/>
          </a:prstGeom>
        </p:spPr>
      </p:pic>
      <p:sp>
        <p:nvSpPr>
          <p:cNvPr id="10" name="TextBox 9">
            <a:extLst>
              <a:ext uri="{FF2B5EF4-FFF2-40B4-BE49-F238E27FC236}">
                <a16:creationId xmlns:a16="http://schemas.microsoft.com/office/drawing/2014/main" id="{4347B439-2CFC-349B-64D4-4F43A1DB686F}"/>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spTree>
    <p:extLst>
      <p:ext uri="{BB962C8B-B14F-4D97-AF65-F5344CB8AC3E}">
        <p14:creationId xmlns:p14="http://schemas.microsoft.com/office/powerpoint/2010/main" val="4178571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91163-27D5-C71A-B4D8-D58492027B9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53D2E64-2A21-ACCC-D507-E0E927BD840B}"/>
              </a:ext>
            </a:extLst>
          </p:cNvPr>
          <p:cNvSpPr txBox="1"/>
          <p:nvPr/>
        </p:nvSpPr>
        <p:spPr>
          <a:xfrm>
            <a:off x="327949" y="842535"/>
            <a:ext cx="638996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fontAlgn="base"/>
            <a:r>
              <a:rPr lang="en-US" sz="2000" dirty="0"/>
              <a:t>Exploring Quantum Computing</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4BCD4824-3ED3-999F-D135-444BE381FE5E}"/>
                  </a:ext>
                </a:extLst>
              </p14:cNvPr>
              <p14:cNvContentPartPr/>
              <p14:nvPr/>
            </p14:nvContentPartPr>
            <p14:xfrm>
              <a:off x="3048334" y="3639298"/>
              <a:ext cx="3513095" cy="16098"/>
            </p14:xfrm>
          </p:contentPart>
        </mc:Choice>
        <mc:Fallback xmlns="">
          <p:pic>
            <p:nvPicPr>
              <p:cNvPr id="2" name="Ink 1">
                <a:extLst>
                  <a:ext uri="{FF2B5EF4-FFF2-40B4-BE49-F238E27FC236}">
                    <a16:creationId xmlns:a16="http://schemas.microsoft.com/office/drawing/2014/main" id="{1C488599-1CDB-6479-4ED5-FDEEC38049D9}"/>
                  </a:ext>
                </a:extLst>
              </p:cNvPr>
              <p:cNvPicPr/>
              <p:nvPr/>
            </p:nvPicPr>
            <p:blipFill>
              <a:blip r:embed="rId4"/>
              <a:stretch>
                <a:fillRect/>
              </a:stretch>
            </p:blipFill>
            <p:spPr>
              <a:xfrm>
                <a:off x="3030337" y="2834398"/>
                <a:ext cx="3548730" cy="1609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A9FB4E0F-C5C2-7212-C784-46613FEA1BD0}"/>
                  </a:ext>
                </a:extLst>
              </p14:cNvPr>
              <p14:cNvContentPartPr/>
              <p14:nvPr/>
            </p14:nvContentPartPr>
            <p14:xfrm>
              <a:off x="3338890" y="3210002"/>
              <a:ext cx="3042822" cy="16098"/>
            </p14:xfrm>
          </p:contentPart>
        </mc:Choice>
        <mc:Fallback xmlns="">
          <p:pic>
            <p:nvPicPr>
              <p:cNvPr id="5" name="Ink 4">
                <a:extLst>
                  <a:ext uri="{FF2B5EF4-FFF2-40B4-BE49-F238E27FC236}">
                    <a16:creationId xmlns:a16="http://schemas.microsoft.com/office/drawing/2014/main" id="{66AD5D31-EDA5-2C50-7CE9-7D1E60A89F54}"/>
                  </a:ext>
                </a:extLst>
              </p:cNvPr>
              <p:cNvPicPr/>
              <p:nvPr/>
            </p:nvPicPr>
            <p:blipFill>
              <a:blip r:embed="rId6"/>
              <a:stretch>
                <a:fillRect/>
              </a:stretch>
            </p:blipFill>
            <p:spPr>
              <a:xfrm>
                <a:off x="3320892" y="2405102"/>
                <a:ext cx="3078459" cy="1609800"/>
              </a:xfrm>
              <a:prstGeom prst="rect">
                <a:avLst/>
              </a:prstGeom>
            </p:spPr>
          </p:pic>
        </mc:Fallback>
      </mc:AlternateContent>
      <p:pic>
        <p:nvPicPr>
          <p:cNvPr id="7" name="Picture 6">
            <a:extLst>
              <a:ext uri="{FF2B5EF4-FFF2-40B4-BE49-F238E27FC236}">
                <a16:creationId xmlns:a16="http://schemas.microsoft.com/office/drawing/2014/main" id="{E5449937-3103-B7B9-9FA7-6198E097DB70}"/>
              </a:ext>
            </a:extLst>
          </p:cNvPr>
          <p:cNvPicPr>
            <a:picLocks noChangeAspect="1"/>
          </p:cNvPicPr>
          <p:nvPr/>
        </p:nvPicPr>
        <p:blipFill>
          <a:blip r:embed="rId7"/>
          <a:stretch>
            <a:fillRect/>
          </a:stretch>
        </p:blipFill>
        <p:spPr>
          <a:xfrm>
            <a:off x="1241210" y="1398997"/>
            <a:ext cx="8792476" cy="5238353"/>
          </a:xfrm>
          <a:prstGeom prst="rect">
            <a:avLst/>
          </a:prstGeom>
        </p:spPr>
      </p:pic>
    </p:spTree>
    <p:extLst>
      <p:ext uri="{BB962C8B-B14F-4D97-AF65-F5344CB8AC3E}">
        <p14:creationId xmlns:p14="http://schemas.microsoft.com/office/powerpoint/2010/main" val="535355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924DC-AAF7-C132-1D95-7276ED5414E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E649735-2FE8-6DAA-5145-E29207F41FC1}"/>
              </a:ext>
            </a:extLst>
          </p:cNvPr>
          <p:cNvSpPr txBox="1"/>
          <p:nvPr/>
        </p:nvSpPr>
        <p:spPr>
          <a:xfrm>
            <a:off x="327949" y="842535"/>
            <a:ext cx="638996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fontAlgn="base"/>
            <a:r>
              <a:rPr lang="en-US" sz="2400" dirty="0"/>
              <a:t>Journey to Cloud: Envisioning Your Solution</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639402C1-7EA4-34E4-BFE0-D473EB81AAFF}"/>
                  </a:ext>
                </a:extLst>
              </p14:cNvPr>
              <p14:cNvContentPartPr/>
              <p14:nvPr/>
            </p14:nvContentPartPr>
            <p14:xfrm>
              <a:off x="3048334" y="3639298"/>
              <a:ext cx="3513095" cy="16098"/>
            </p14:xfrm>
          </p:contentPart>
        </mc:Choice>
        <mc:Fallback xmlns="">
          <p:pic>
            <p:nvPicPr>
              <p:cNvPr id="2" name="Ink 1">
                <a:extLst>
                  <a:ext uri="{FF2B5EF4-FFF2-40B4-BE49-F238E27FC236}">
                    <a16:creationId xmlns:a16="http://schemas.microsoft.com/office/drawing/2014/main" id="{1C488599-1CDB-6479-4ED5-FDEEC38049D9}"/>
                  </a:ext>
                </a:extLst>
              </p:cNvPr>
              <p:cNvPicPr/>
              <p:nvPr/>
            </p:nvPicPr>
            <p:blipFill>
              <a:blip r:embed="rId4"/>
              <a:stretch>
                <a:fillRect/>
              </a:stretch>
            </p:blipFill>
            <p:spPr>
              <a:xfrm>
                <a:off x="3030337" y="2834398"/>
                <a:ext cx="3548730" cy="1609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1FF85113-747F-387A-A0FE-B06CF99391A4}"/>
                  </a:ext>
                </a:extLst>
              </p14:cNvPr>
              <p14:cNvContentPartPr/>
              <p14:nvPr/>
            </p14:nvContentPartPr>
            <p14:xfrm>
              <a:off x="3338890" y="3210002"/>
              <a:ext cx="3042822" cy="16098"/>
            </p14:xfrm>
          </p:contentPart>
        </mc:Choice>
        <mc:Fallback xmlns="">
          <p:pic>
            <p:nvPicPr>
              <p:cNvPr id="5" name="Ink 4">
                <a:extLst>
                  <a:ext uri="{FF2B5EF4-FFF2-40B4-BE49-F238E27FC236}">
                    <a16:creationId xmlns:a16="http://schemas.microsoft.com/office/drawing/2014/main" id="{66AD5D31-EDA5-2C50-7CE9-7D1E60A89F54}"/>
                  </a:ext>
                </a:extLst>
              </p:cNvPr>
              <p:cNvPicPr/>
              <p:nvPr/>
            </p:nvPicPr>
            <p:blipFill>
              <a:blip r:embed="rId6"/>
              <a:stretch>
                <a:fillRect/>
              </a:stretch>
            </p:blipFill>
            <p:spPr>
              <a:xfrm>
                <a:off x="3320892" y="2405102"/>
                <a:ext cx="3078459" cy="1609800"/>
              </a:xfrm>
              <a:prstGeom prst="rect">
                <a:avLst/>
              </a:prstGeom>
            </p:spPr>
          </p:pic>
        </mc:Fallback>
      </mc:AlternateContent>
      <p:pic>
        <p:nvPicPr>
          <p:cNvPr id="7" name="Picture 6">
            <a:extLst>
              <a:ext uri="{FF2B5EF4-FFF2-40B4-BE49-F238E27FC236}">
                <a16:creationId xmlns:a16="http://schemas.microsoft.com/office/drawing/2014/main" id="{7123A7E5-B633-8BB4-3977-C4C5828F60C3}"/>
              </a:ext>
            </a:extLst>
          </p:cNvPr>
          <p:cNvPicPr>
            <a:picLocks noChangeAspect="1"/>
          </p:cNvPicPr>
          <p:nvPr/>
        </p:nvPicPr>
        <p:blipFill>
          <a:blip r:embed="rId7"/>
          <a:stretch>
            <a:fillRect/>
          </a:stretch>
        </p:blipFill>
        <p:spPr>
          <a:xfrm>
            <a:off x="2434281" y="1519643"/>
            <a:ext cx="7068064" cy="5327620"/>
          </a:xfrm>
          <a:prstGeom prst="rect">
            <a:avLst/>
          </a:prstGeom>
        </p:spPr>
      </p:pic>
      <p:sp>
        <p:nvSpPr>
          <p:cNvPr id="10" name="TextBox 9">
            <a:extLst>
              <a:ext uri="{FF2B5EF4-FFF2-40B4-BE49-F238E27FC236}">
                <a16:creationId xmlns:a16="http://schemas.microsoft.com/office/drawing/2014/main" id="{AA4FAB3C-74ED-A3CC-6505-A335FC19C489}"/>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spTree>
    <p:extLst>
      <p:ext uri="{BB962C8B-B14F-4D97-AF65-F5344CB8AC3E}">
        <p14:creationId xmlns:p14="http://schemas.microsoft.com/office/powerpoint/2010/main" val="3126747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ADC3F6E6-936F-DF35-53FD-13884B1FAF67}"/>
              </a:ext>
            </a:extLst>
          </p:cNvPr>
          <p:cNvPicPr>
            <a:picLocks noChangeAspect="1"/>
          </p:cNvPicPr>
          <p:nvPr/>
        </p:nvPicPr>
        <p:blipFill>
          <a:blip r:embed="rId2"/>
          <a:stretch>
            <a:fillRect/>
          </a:stretch>
        </p:blipFill>
        <p:spPr>
          <a:xfrm>
            <a:off x="2829698" y="1477578"/>
            <a:ext cx="7781726" cy="4839353"/>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175</TotalTime>
  <Words>825</Words>
  <Application>Microsoft Office PowerPoint</Application>
  <PresentationFormat>Widescreen</PresentationFormat>
  <Paragraphs>60</Paragraphs>
  <Slides>20</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Admin</cp:lastModifiedBy>
  <cp:revision>7</cp:revision>
  <dcterms:created xsi:type="dcterms:W3CDTF">2025-07-08T05:06:56Z</dcterms:created>
  <dcterms:modified xsi:type="dcterms:W3CDTF">2026-09-14T18:37:23Z</dcterms:modified>
</cp:coreProperties>
</file>